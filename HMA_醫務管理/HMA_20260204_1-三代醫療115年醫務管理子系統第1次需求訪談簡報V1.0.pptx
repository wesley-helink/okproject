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4" r:id="rId4"/>
    <p:sldMasterId id="2147483840" r:id="rId5"/>
  </p:sldMasterIdLst>
  <p:notesMasterIdLst>
    <p:notesMasterId r:id="rId25"/>
  </p:notesMasterIdLst>
  <p:handoutMasterIdLst>
    <p:handoutMasterId r:id="rId26"/>
  </p:handoutMasterIdLst>
  <p:sldIdLst>
    <p:sldId id="797" r:id="rId6"/>
    <p:sldId id="793" r:id="rId7"/>
    <p:sldId id="562" r:id="rId8"/>
    <p:sldId id="788" r:id="rId9"/>
    <p:sldId id="789" r:id="rId10"/>
    <p:sldId id="794" r:id="rId11"/>
    <p:sldId id="736" r:id="rId12"/>
    <p:sldId id="802" r:id="rId13"/>
    <p:sldId id="803" r:id="rId14"/>
    <p:sldId id="801" r:id="rId15"/>
    <p:sldId id="804" r:id="rId16"/>
    <p:sldId id="805" r:id="rId17"/>
    <p:sldId id="807" r:id="rId18"/>
    <p:sldId id="808" r:id="rId19"/>
    <p:sldId id="809" r:id="rId20"/>
    <p:sldId id="810" r:id="rId21"/>
    <p:sldId id="795" r:id="rId22"/>
    <p:sldId id="790" r:id="rId23"/>
    <p:sldId id="361" r:id="rId24"/>
  </p:sldIdLst>
  <p:sldSz cx="9906000" cy="6858000" type="A4"/>
  <p:notesSz cx="7099300" cy="102346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E8CF"/>
    <a:srgbClr val="CDECEE"/>
    <a:srgbClr val="2E9E39"/>
    <a:srgbClr val="CC9E68"/>
    <a:srgbClr val="0066CC"/>
    <a:srgbClr val="C00000"/>
    <a:srgbClr val="339933"/>
    <a:srgbClr val="0070C0"/>
    <a:srgbClr val="E78A14"/>
    <a:srgbClr val="D7D7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中等深淺樣式 1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DCAF9ED-07DC-4A11-8D7F-57B35C25682E}" styleName="中等深淺樣式 1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0A1B5D5-9B99-4C35-A422-299274C87663}" styleName="中等深淺樣式 1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67" autoAdjust="0"/>
    <p:restoredTop sz="93784" autoAdjust="0"/>
  </p:normalViewPr>
  <p:slideViewPr>
    <p:cSldViewPr snapToGrid="0">
      <p:cViewPr varScale="1">
        <p:scale>
          <a:sx n="61" d="100"/>
          <a:sy n="61" d="100"/>
        </p:scale>
        <p:origin x="1120" y="60"/>
      </p:cViewPr>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3A9CB4E3-E32A-44EF-BA3F-1D47EA338AE1}"/>
              </a:ext>
            </a:extLst>
          </p:cNvPr>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BD280E35-8240-40C3-82F3-79315A29785E}"/>
              </a:ext>
            </a:extLst>
          </p:cNvPr>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67D6B90F-31C1-4467-8C0D-14E64AA30C44}" type="datetimeFigureOut">
              <a:rPr lang="zh-TW" altLang="en-US" smtClean="0"/>
              <a:t>2026/2/3</a:t>
            </a:fld>
            <a:endParaRPr lang="zh-TW" altLang="en-US"/>
          </a:p>
        </p:txBody>
      </p:sp>
      <p:sp>
        <p:nvSpPr>
          <p:cNvPr id="4" name="頁尾版面配置區 3">
            <a:extLst>
              <a:ext uri="{FF2B5EF4-FFF2-40B4-BE49-F238E27FC236}">
                <a16:creationId xmlns:a16="http://schemas.microsoft.com/office/drawing/2014/main" id="{CFFAE75C-8E6A-46F9-9FC7-6D88FA71068D}"/>
              </a:ext>
            </a:extLst>
          </p:cNvPr>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7CBCF684-A13F-41B0-9531-46A6A6409CBF}"/>
              </a:ext>
            </a:extLst>
          </p:cNvPr>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36F59A36-9DBA-4AB7-BFD9-13432BA4BFBB}" type="slidenum">
              <a:rPr lang="zh-TW" altLang="en-US" smtClean="0"/>
              <a:t>‹#›</a:t>
            </a:fld>
            <a:endParaRPr lang="zh-TW" altLang="en-US"/>
          </a:p>
        </p:txBody>
      </p:sp>
    </p:spTree>
    <p:extLst>
      <p:ext uri="{BB962C8B-B14F-4D97-AF65-F5344CB8AC3E}">
        <p14:creationId xmlns:p14="http://schemas.microsoft.com/office/powerpoint/2010/main" val="13227334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zh-TW" altLang="en-US"/>
          </a:p>
        </p:txBody>
      </p:sp>
      <p:sp>
        <p:nvSpPr>
          <p:cNvPr id="3" name="日期版面配置區 2"/>
          <p:cNvSpPr>
            <a:spLocks noGrp="1"/>
          </p:cNvSpPr>
          <p:nvPr>
            <p:ph type="dt" idx="1"/>
          </p:nvPr>
        </p:nvSpPr>
        <p:spPr>
          <a:xfrm>
            <a:off x="4021294" y="0"/>
            <a:ext cx="3076363" cy="513508"/>
          </a:xfrm>
          <a:prstGeom prst="rect">
            <a:avLst/>
          </a:prstGeom>
        </p:spPr>
        <p:txBody>
          <a:bodyPr vert="horz" lIns="99048" tIns="49524" rIns="99048" bIns="49524" rtlCol="0"/>
          <a:lstStyle>
            <a:lvl1pPr algn="r">
              <a:defRPr sz="1300"/>
            </a:lvl1pPr>
          </a:lstStyle>
          <a:p>
            <a:fld id="{18CEE296-6F46-4682-833C-114FEE14D058}" type="datetimeFigureOut">
              <a:rPr lang="zh-TW" altLang="en-US" smtClean="0"/>
              <a:t>2026/2/3</a:t>
            </a:fld>
            <a:endParaRPr lang="zh-TW" altLang="en-US"/>
          </a:p>
        </p:txBody>
      </p:sp>
      <p:sp>
        <p:nvSpPr>
          <p:cNvPr id="4" name="投影片影像版面配置區 3"/>
          <p:cNvSpPr>
            <a:spLocks noGrp="1" noRot="1" noChangeAspect="1"/>
          </p:cNvSpPr>
          <p:nvPr>
            <p:ph type="sldImg" idx="2"/>
          </p:nvPr>
        </p:nvSpPr>
        <p:spPr>
          <a:xfrm>
            <a:off x="1055688" y="1279525"/>
            <a:ext cx="4987925" cy="3454400"/>
          </a:xfrm>
          <a:prstGeom prst="rect">
            <a:avLst/>
          </a:prstGeom>
          <a:noFill/>
          <a:ln w="12700">
            <a:solidFill>
              <a:prstClr val="black"/>
            </a:solidFill>
          </a:ln>
        </p:spPr>
        <p:txBody>
          <a:bodyPr vert="horz" lIns="99048" tIns="49524" rIns="99048" bIns="49524" rtlCol="0" anchor="ctr"/>
          <a:lstStyle/>
          <a:p>
            <a:endParaRPr lang="zh-TW" altLang="en-US"/>
          </a:p>
        </p:txBody>
      </p:sp>
      <p:sp>
        <p:nvSpPr>
          <p:cNvPr id="5" name="備忘稿版面配置區 4"/>
          <p:cNvSpPr>
            <a:spLocks noGrp="1"/>
          </p:cNvSpPr>
          <p:nvPr>
            <p:ph type="body" sz="quarter" idx="3"/>
          </p:nvPr>
        </p:nvSpPr>
        <p:spPr>
          <a:xfrm>
            <a:off x="709930" y="4925407"/>
            <a:ext cx="5679440" cy="4029879"/>
          </a:xfrm>
          <a:prstGeom prst="rect">
            <a:avLst/>
          </a:prstGeom>
        </p:spPr>
        <p:txBody>
          <a:bodyPr vert="horz" lIns="99048" tIns="49524" rIns="99048" bIns="49524"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9721107"/>
            <a:ext cx="3076363" cy="513507"/>
          </a:xfrm>
          <a:prstGeom prst="rect">
            <a:avLst/>
          </a:prstGeom>
        </p:spPr>
        <p:txBody>
          <a:bodyPr vert="horz" lIns="99048" tIns="49524" rIns="99048" bIns="49524" rtlCol="0" anchor="b"/>
          <a:lstStyle>
            <a:lvl1pPr algn="l">
              <a:defRPr sz="1300"/>
            </a:lvl1pPr>
          </a:lstStyle>
          <a:p>
            <a:endParaRPr lang="zh-TW" altLang="en-US"/>
          </a:p>
        </p:txBody>
      </p:sp>
      <p:sp>
        <p:nvSpPr>
          <p:cNvPr id="7" name="投影片編號版面配置區 6"/>
          <p:cNvSpPr>
            <a:spLocks noGrp="1"/>
          </p:cNvSpPr>
          <p:nvPr>
            <p:ph type="sldNum" sz="quarter" idx="5"/>
          </p:nvPr>
        </p:nvSpPr>
        <p:spPr>
          <a:xfrm>
            <a:off x="4021294" y="9721107"/>
            <a:ext cx="3076363" cy="513507"/>
          </a:xfrm>
          <a:prstGeom prst="rect">
            <a:avLst/>
          </a:prstGeom>
        </p:spPr>
        <p:txBody>
          <a:bodyPr vert="horz" lIns="99048" tIns="49524" rIns="99048" bIns="49524" rtlCol="0" anchor="b"/>
          <a:lstStyle>
            <a:lvl1pPr algn="r">
              <a:defRPr sz="1300"/>
            </a:lvl1pPr>
          </a:lstStyle>
          <a:p>
            <a:fld id="{89F83F86-4E83-4510-8D29-B9E9BD9C4428}" type="slidenum">
              <a:rPr lang="zh-TW" altLang="en-US" smtClean="0"/>
              <a:t>‹#›</a:t>
            </a:fld>
            <a:endParaRPr lang="zh-TW" altLang="en-US"/>
          </a:p>
        </p:txBody>
      </p:sp>
    </p:spTree>
    <p:extLst>
      <p:ext uri="{BB962C8B-B14F-4D97-AF65-F5344CB8AC3E}">
        <p14:creationId xmlns:p14="http://schemas.microsoft.com/office/powerpoint/2010/main" val="393632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a:p>
        </p:txBody>
      </p:sp>
      <p:sp>
        <p:nvSpPr>
          <p:cNvPr id="4" name="投影片編號版面配置區 3"/>
          <p:cNvSpPr>
            <a:spLocks noGrp="1"/>
          </p:cNvSpPr>
          <p:nvPr>
            <p:ph type="sldNum" sz="quarter" idx="5"/>
          </p:nvPr>
        </p:nvSpPr>
        <p:spPr/>
        <p:txBody>
          <a:bodyPr/>
          <a:lstStyle/>
          <a:p>
            <a:fld id="{89F83F86-4E83-4510-8D29-B9E9BD9C4428}" type="slidenum">
              <a:rPr lang="zh-TW" altLang="en-US" smtClean="0"/>
              <a:t>1</a:t>
            </a:fld>
            <a:endParaRPr lang="zh-TW" altLang="en-US"/>
          </a:p>
        </p:txBody>
      </p:sp>
    </p:spTree>
    <p:extLst>
      <p:ext uri="{BB962C8B-B14F-4D97-AF65-F5344CB8AC3E}">
        <p14:creationId xmlns:p14="http://schemas.microsoft.com/office/powerpoint/2010/main" val="2953574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9F83F86-4E83-4510-8D29-B9E9BD9C4428}" type="slidenum">
              <a:rPr lang="zh-TW" altLang="en-US" smtClean="0"/>
              <a:t>2</a:t>
            </a:fld>
            <a:endParaRPr lang="zh-TW" altLang="en-US"/>
          </a:p>
        </p:txBody>
      </p:sp>
    </p:spTree>
    <p:extLst>
      <p:ext uri="{BB962C8B-B14F-4D97-AF65-F5344CB8AC3E}">
        <p14:creationId xmlns:p14="http://schemas.microsoft.com/office/powerpoint/2010/main" val="406233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00" dirty="0">
                <a:solidFill>
                  <a:srgbClr val="FF0000"/>
                </a:solidFill>
                <a:effectLst/>
                <a:ea typeface="標楷體" panose="03000509000000000000" pitchFamily="65" charset="-120"/>
                <a:cs typeface="Times New Roman" panose="02020603050405020304" pitchFamily="18" charset="0"/>
              </a:rPr>
              <a:t>業務公告區塊補上「進階查詢」、「諮詢窗口」連結</a:t>
            </a:r>
            <a:endParaRPr lang="en-US" altLang="zh-TW" dirty="0"/>
          </a:p>
        </p:txBody>
      </p:sp>
      <p:sp>
        <p:nvSpPr>
          <p:cNvPr id="4" name="投影片編號版面配置區 3"/>
          <p:cNvSpPr>
            <a:spLocks noGrp="1"/>
          </p:cNvSpPr>
          <p:nvPr>
            <p:ph type="sldNum" sz="quarter" idx="5"/>
          </p:nvPr>
        </p:nvSpPr>
        <p:spPr/>
        <p:txBody>
          <a:bodyPr/>
          <a:lstStyle/>
          <a:p>
            <a:fld id="{89F83F86-4E83-4510-8D29-B9E9BD9C4428}" type="slidenum">
              <a:rPr lang="zh-TW" altLang="en-US" smtClean="0"/>
              <a:t>7</a:t>
            </a:fld>
            <a:endParaRPr lang="zh-TW" altLang="en-US"/>
          </a:p>
        </p:txBody>
      </p:sp>
    </p:spTree>
    <p:extLst>
      <p:ext uri="{BB962C8B-B14F-4D97-AF65-F5344CB8AC3E}">
        <p14:creationId xmlns:p14="http://schemas.microsoft.com/office/powerpoint/2010/main" val="25567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3EEF8-B2C6-FD02-231C-2F2D53D6FA2E}"/>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4BD6289-7BE4-BC80-A92F-DBA38A25ECC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5F278F6-1702-CF21-6B6E-291D34C5AFE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00" dirty="0">
                <a:solidFill>
                  <a:srgbClr val="FF0000"/>
                </a:solidFill>
                <a:effectLst/>
                <a:ea typeface="標楷體" panose="03000509000000000000" pitchFamily="65" charset="-120"/>
                <a:cs typeface="Times New Roman" panose="02020603050405020304" pitchFamily="18" charset="0"/>
              </a:rPr>
              <a:t>業務公告區塊補上「進階查詢」、「諮詢窗口」連結</a:t>
            </a:r>
            <a:endParaRPr lang="en-US" altLang="zh-TW" dirty="0"/>
          </a:p>
        </p:txBody>
      </p:sp>
      <p:sp>
        <p:nvSpPr>
          <p:cNvPr id="4" name="投影片編號版面配置區 3">
            <a:extLst>
              <a:ext uri="{FF2B5EF4-FFF2-40B4-BE49-F238E27FC236}">
                <a16:creationId xmlns:a16="http://schemas.microsoft.com/office/drawing/2014/main" id="{D3E34980-5DD3-CCCC-271B-A079EC71FEAE}"/>
              </a:ext>
            </a:extLst>
          </p:cNvPr>
          <p:cNvSpPr>
            <a:spLocks noGrp="1"/>
          </p:cNvSpPr>
          <p:nvPr>
            <p:ph type="sldNum" sz="quarter" idx="5"/>
          </p:nvPr>
        </p:nvSpPr>
        <p:spPr/>
        <p:txBody>
          <a:bodyPr/>
          <a:lstStyle/>
          <a:p>
            <a:fld id="{89F83F86-4E83-4510-8D29-B9E9BD9C4428}" type="slidenum">
              <a:rPr lang="zh-TW" altLang="en-US" smtClean="0"/>
              <a:t>8</a:t>
            </a:fld>
            <a:endParaRPr lang="zh-TW" altLang="en-US"/>
          </a:p>
        </p:txBody>
      </p:sp>
    </p:spTree>
    <p:extLst>
      <p:ext uri="{BB962C8B-B14F-4D97-AF65-F5344CB8AC3E}">
        <p14:creationId xmlns:p14="http://schemas.microsoft.com/office/powerpoint/2010/main" val="2815359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F5E9B-0396-46D9-87C9-6F73DF0F9D0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4B5E5A7-6DFC-73C2-8018-FDB8A4028B7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843ECFF7-6520-3A63-5528-7921225AEE0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00" dirty="0">
                <a:solidFill>
                  <a:srgbClr val="FF0000"/>
                </a:solidFill>
                <a:effectLst/>
                <a:ea typeface="標楷體" panose="03000509000000000000" pitchFamily="65" charset="-120"/>
                <a:cs typeface="Times New Roman" panose="02020603050405020304" pitchFamily="18" charset="0"/>
              </a:rPr>
              <a:t>業務公告區塊補上「進階查詢」、「諮詢窗口」連結</a:t>
            </a:r>
            <a:endParaRPr lang="en-US" altLang="zh-TW" dirty="0"/>
          </a:p>
        </p:txBody>
      </p:sp>
      <p:sp>
        <p:nvSpPr>
          <p:cNvPr id="4" name="投影片編號版面配置區 3">
            <a:extLst>
              <a:ext uri="{FF2B5EF4-FFF2-40B4-BE49-F238E27FC236}">
                <a16:creationId xmlns:a16="http://schemas.microsoft.com/office/drawing/2014/main" id="{4DEC4FFE-27D3-6C6F-3324-58EA1E671405}"/>
              </a:ext>
            </a:extLst>
          </p:cNvPr>
          <p:cNvSpPr>
            <a:spLocks noGrp="1"/>
          </p:cNvSpPr>
          <p:nvPr>
            <p:ph type="sldNum" sz="quarter" idx="5"/>
          </p:nvPr>
        </p:nvSpPr>
        <p:spPr/>
        <p:txBody>
          <a:bodyPr/>
          <a:lstStyle/>
          <a:p>
            <a:fld id="{89F83F86-4E83-4510-8D29-B9E9BD9C4428}" type="slidenum">
              <a:rPr lang="zh-TW" altLang="en-US" smtClean="0"/>
              <a:t>9</a:t>
            </a:fld>
            <a:endParaRPr lang="zh-TW" altLang="en-US"/>
          </a:p>
        </p:txBody>
      </p:sp>
    </p:spTree>
    <p:extLst>
      <p:ext uri="{BB962C8B-B14F-4D97-AF65-F5344CB8AC3E}">
        <p14:creationId xmlns:p14="http://schemas.microsoft.com/office/powerpoint/2010/main" val="34774512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3AD86-AC63-F7BE-86F7-F5236F50A1ED}"/>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E6575053-194E-4CF9-29D7-F0BD712533B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E74BF1A-F93F-D845-5BB1-757845D146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00" dirty="0">
                <a:solidFill>
                  <a:srgbClr val="FF0000"/>
                </a:solidFill>
                <a:effectLst/>
                <a:ea typeface="標楷體" panose="03000509000000000000" pitchFamily="65" charset="-120"/>
                <a:cs typeface="Times New Roman" panose="02020603050405020304" pitchFamily="18" charset="0"/>
              </a:rPr>
              <a:t>業務公告區塊補上「進階查詢」、「諮詢窗口」連結</a:t>
            </a:r>
            <a:endParaRPr lang="en-US" altLang="zh-TW" dirty="0"/>
          </a:p>
        </p:txBody>
      </p:sp>
      <p:sp>
        <p:nvSpPr>
          <p:cNvPr id="4" name="投影片編號版面配置區 3">
            <a:extLst>
              <a:ext uri="{FF2B5EF4-FFF2-40B4-BE49-F238E27FC236}">
                <a16:creationId xmlns:a16="http://schemas.microsoft.com/office/drawing/2014/main" id="{D9BE27F0-2F49-563E-1E56-8C0C1CD7F1C1}"/>
              </a:ext>
            </a:extLst>
          </p:cNvPr>
          <p:cNvSpPr>
            <a:spLocks noGrp="1"/>
          </p:cNvSpPr>
          <p:nvPr>
            <p:ph type="sldNum" sz="quarter" idx="5"/>
          </p:nvPr>
        </p:nvSpPr>
        <p:spPr/>
        <p:txBody>
          <a:bodyPr/>
          <a:lstStyle/>
          <a:p>
            <a:fld id="{89F83F86-4E83-4510-8D29-B9E9BD9C4428}" type="slidenum">
              <a:rPr lang="zh-TW" altLang="en-US" smtClean="0"/>
              <a:t>10</a:t>
            </a:fld>
            <a:endParaRPr lang="zh-TW" altLang="en-US"/>
          </a:p>
        </p:txBody>
      </p:sp>
    </p:spTree>
    <p:extLst>
      <p:ext uri="{BB962C8B-B14F-4D97-AF65-F5344CB8AC3E}">
        <p14:creationId xmlns:p14="http://schemas.microsoft.com/office/powerpoint/2010/main" val="1784731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4791D-3F43-C8B8-6866-CA01A875E6A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CEA637F-8F95-379D-2850-6E3FDE91021F}"/>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FAC706DE-7AED-23B4-1DA0-0BFA9E2C273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00" dirty="0">
                <a:solidFill>
                  <a:srgbClr val="FF0000"/>
                </a:solidFill>
                <a:effectLst/>
                <a:ea typeface="標楷體" panose="03000509000000000000" pitchFamily="65" charset="-120"/>
                <a:cs typeface="Times New Roman" panose="02020603050405020304" pitchFamily="18" charset="0"/>
              </a:rPr>
              <a:t>業務公告區塊補上「進階查詢」、「諮詢窗口」連結</a:t>
            </a:r>
            <a:endParaRPr lang="en-US" altLang="zh-TW" dirty="0"/>
          </a:p>
        </p:txBody>
      </p:sp>
      <p:sp>
        <p:nvSpPr>
          <p:cNvPr id="4" name="投影片編號版面配置區 3">
            <a:extLst>
              <a:ext uri="{FF2B5EF4-FFF2-40B4-BE49-F238E27FC236}">
                <a16:creationId xmlns:a16="http://schemas.microsoft.com/office/drawing/2014/main" id="{DC0D50D8-7CA6-610C-7047-8BCC4F484005}"/>
              </a:ext>
            </a:extLst>
          </p:cNvPr>
          <p:cNvSpPr>
            <a:spLocks noGrp="1"/>
          </p:cNvSpPr>
          <p:nvPr>
            <p:ph type="sldNum" sz="quarter" idx="5"/>
          </p:nvPr>
        </p:nvSpPr>
        <p:spPr/>
        <p:txBody>
          <a:bodyPr/>
          <a:lstStyle/>
          <a:p>
            <a:fld id="{89F83F86-4E83-4510-8D29-B9E9BD9C4428}" type="slidenum">
              <a:rPr lang="zh-TW" altLang="en-US" smtClean="0"/>
              <a:t>11</a:t>
            </a:fld>
            <a:endParaRPr lang="zh-TW" altLang="en-US"/>
          </a:p>
        </p:txBody>
      </p:sp>
    </p:spTree>
    <p:extLst>
      <p:ext uri="{BB962C8B-B14F-4D97-AF65-F5344CB8AC3E}">
        <p14:creationId xmlns:p14="http://schemas.microsoft.com/office/powerpoint/2010/main" val="5855362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95FCD-590C-EB81-D19D-509C476546EF}"/>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360CC6C-40AD-FB30-9CBA-AA4BB8100D14}"/>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DF27B7CD-9296-DD07-9AC9-2A19C0D58F2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00" dirty="0">
                <a:solidFill>
                  <a:srgbClr val="FF0000"/>
                </a:solidFill>
                <a:effectLst/>
                <a:ea typeface="標楷體" panose="03000509000000000000" pitchFamily="65" charset="-120"/>
                <a:cs typeface="Times New Roman" panose="02020603050405020304" pitchFamily="18" charset="0"/>
              </a:rPr>
              <a:t>業務公告區塊補上「進階查詢」、「諮詢窗口」連結</a:t>
            </a:r>
            <a:endParaRPr lang="en-US" altLang="zh-TW" dirty="0"/>
          </a:p>
        </p:txBody>
      </p:sp>
      <p:sp>
        <p:nvSpPr>
          <p:cNvPr id="4" name="投影片編號版面配置區 3">
            <a:extLst>
              <a:ext uri="{FF2B5EF4-FFF2-40B4-BE49-F238E27FC236}">
                <a16:creationId xmlns:a16="http://schemas.microsoft.com/office/drawing/2014/main" id="{67EA6017-FA86-9A88-F352-5198CCED7C73}"/>
              </a:ext>
            </a:extLst>
          </p:cNvPr>
          <p:cNvSpPr>
            <a:spLocks noGrp="1"/>
          </p:cNvSpPr>
          <p:nvPr>
            <p:ph type="sldNum" sz="quarter" idx="5"/>
          </p:nvPr>
        </p:nvSpPr>
        <p:spPr/>
        <p:txBody>
          <a:bodyPr/>
          <a:lstStyle/>
          <a:p>
            <a:fld id="{89F83F86-4E83-4510-8D29-B9E9BD9C4428}" type="slidenum">
              <a:rPr lang="zh-TW" altLang="en-US" smtClean="0"/>
              <a:t>12</a:t>
            </a:fld>
            <a:endParaRPr lang="zh-TW" altLang="en-US"/>
          </a:p>
        </p:txBody>
      </p:sp>
    </p:spTree>
    <p:extLst>
      <p:ext uri="{BB962C8B-B14F-4D97-AF65-F5344CB8AC3E}">
        <p14:creationId xmlns:p14="http://schemas.microsoft.com/office/powerpoint/2010/main" val="13291007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05B0B-D18E-41D7-7D9B-C8C1F1FF3B0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74042E34-4AA5-68A2-4A2A-5058DF2132B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E948EB2A-F348-942C-B3D2-07D9E71140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00" dirty="0">
                <a:solidFill>
                  <a:srgbClr val="FF0000"/>
                </a:solidFill>
                <a:effectLst/>
                <a:ea typeface="標楷體" panose="03000509000000000000" pitchFamily="65" charset="-120"/>
                <a:cs typeface="Times New Roman" panose="02020603050405020304" pitchFamily="18" charset="0"/>
              </a:rPr>
              <a:t>業務公告區塊補上「進階查詢」、「諮詢窗口」連結</a:t>
            </a:r>
            <a:endParaRPr lang="en-US" altLang="zh-TW" dirty="0"/>
          </a:p>
        </p:txBody>
      </p:sp>
      <p:sp>
        <p:nvSpPr>
          <p:cNvPr id="4" name="投影片編號版面配置區 3">
            <a:extLst>
              <a:ext uri="{FF2B5EF4-FFF2-40B4-BE49-F238E27FC236}">
                <a16:creationId xmlns:a16="http://schemas.microsoft.com/office/drawing/2014/main" id="{F6C1988D-EF36-DDB1-FBC1-6E42667B9DCE}"/>
              </a:ext>
            </a:extLst>
          </p:cNvPr>
          <p:cNvSpPr>
            <a:spLocks noGrp="1"/>
          </p:cNvSpPr>
          <p:nvPr>
            <p:ph type="sldNum" sz="quarter" idx="5"/>
          </p:nvPr>
        </p:nvSpPr>
        <p:spPr/>
        <p:txBody>
          <a:bodyPr/>
          <a:lstStyle/>
          <a:p>
            <a:fld id="{89F83F86-4E83-4510-8D29-B9E9BD9C4428}" type="slidenum">
              <a:rPr lang="zh-TW" altLang="en-US" smtClean="0"/>
              <a:t>13</a:t>
            </a:fld>
            <a:endParaRPr lang="zh-TW" altLang="en-US"/>
          </a:p>
        </p:txBody>
      </p:sp>
    </p:spTree>
    <p:extLst>
      <p:ext uri="{BB962C8B-B14F-4D97-AF65-F5344CB8AC3E}">
        <p14:creationId xmlns:p14="http://schemas.microsoft.com/office/powerpoint/2010/main" val="36134081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322EE2-0E8C-306A-3692-712E870BC49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A3E047B-7E5C-18EE-FD37-AE6859EA0C62}"/>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79EAFF08-B20C-173B-3179-3F4F9DFF556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00" dirty="0">
                <a:solidFill>
                  <a:srgbClr val="FF0000"/>
                </a:solidFill>
                <a:effectLst/>
                <a:ea typeface="標楷體" panose="03000509000000000000" pitchFamily="65" charset="-120"/>
                <a:cs typeface="Times New Roman" panose="02020603050405020304" pitchFamily="18" charset="0"/>
              </a:rPr>
              <a:t>業務公告區塊補上「進階查詢」、「諮詢窗口」連結</a:t>
            </a:r>
            <a:endParaRPr lang="en-US" altLang="zh-TW" dirty="0"/>
          </a:p>
        </p:txBody>
      </p:sp>
      <p:sp>
        <p:nvSpPr>
          <p:cNvPr id="4" name="投影片編號版面配置區 3">
            <a:extLst>
              <a:ext uri="{FF2B5EF4-FFF2-40B4-BE49-F238E27FC236}">
                <a16:creationId xmlns:a16="http://schemas.microsoft.com/office/drawing/2014/main" id="{1CFAD213-1D6A-5EC9-8B0B-BD2B5C99606D}"/>
              </a:ext>
            </a:extLst>
          </p:cNvPr>
          <p:cNvSpPr>
            <a:spLocks noGrp="1"/>
          </p:cNvSpPr>
          <p:nvPr>
            <p:ph type="sldNum" sz="quarter" idx="5"/>
          </p:nvPr>
        </p:nvSpPr>
        <p:spPr/>
        <p:txBody>
          <a:bodyPr/>
          <a:lstStyle/>
          <a:p>
            <a:fld id="{89F83F86-4E83-4510-8D29-B9E9BD9C4428}" type="slidenum">
              <a:rPr lang="zh-TW" altLang="en-US" smtClean="0"/>
              <a:t>14</a:t>
            </a:fld>
            <a:endParaRPr lang="zh-TW" altLang="en-US"/>
          </a:p>
        </p:txBody>
      </p:sp>
    </p:spTree>
    <p:extLst>
      <p:ext uri="{BB962C8B-B14F-4D97-AF65-F5344CB8AC3E}">
        <p14:creationId xmlns:p14="http://schemas.microsoft.com/office/powerpoint/2010/main" val="23349251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5F988-71CF-5ABD-B229-5B8F0D39C61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0B968318-FE50-B0EC-8743-2768F8D915E8}"/>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2300F8E8-8A25-8898-053B-90311F3117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00" dirty="0">
                <a:solidFill>
                  <a:srgbClr val="FF0000"/>
                </a:solidFill>
                <a:effectLst/>
                <a:ea typeface="標楷體" panose="03000509000000000000" pitchFamily="65" charset="-120"/>
                <a:cs typeface="Times New Roman" panose="02020603050405020304" pitchFamily="18" charset="0"/>
              </a:rPr>
              <a:t>業務公告區塊補上「進階查詢」、「諮詢窗口」連結</a:t>
            </a:r>
            <a:endParaRPr lang="en-US" altLang="zh-TW" dirty="0"/>
          </a:p>
        </p:txBody>
      </p:sp>
      <p:sp>
        <p:nvSpPr>
          <p:cNvPr id="4" name="投影片編號版面配置區 3">
            <a:extLst>
              <a:ext uri="{FF2B5EF4-FFF2-40B4-BE49-F238E27FC236}">
                <a16:creationId xmlns:a16="http://schemas.microsoft.com/office/drawing/2014/main" id="{C1953871-2AC1-4783-DA8C-7F991E353660}"/>
              </a:ext>
            </a:extLst>
          </p:cNvPr>
          <p:cNvSpPr>
            <a:spLocks noGrp="1"/>
          </p:cNvSpPr>
          <p:nvPr>
            <p:ph type="sldNum" sz="quarter" idx="5"/>
          </p:nvPr>
        </p:nvSpPr>
        <p:spPr/>
        <p:txBody>
          <a:bodyPr/>
          <a:lstStyle/>
          <a:p>
            <a:fld id="{89F83F86-4E83-4510-8D29-B9E9BD9C4428}" type="slidenum">
              <a:rPr lang="zh-TW" altLang="en-US" smtClean="0"/>
              <a:t>15</a:t>
            </a:fld>
            <a:endParaRPr lang="zh-TW" altLang="en-US"/>
          </a:p>
        </p:txBody>
      </p:sp>
    </p:spTree>
    <p:extLst>
      <p:ext uri="{BB962C8B-B14F-4D97-AF65-F5344CB8AC3E}">
        <p14:creationId xmlns:p14="http://schemas.microsoft.com/office/powerpoint/2010/main" val="35808607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86051-65FD-52AB-F5EB-7F9624A2149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FA0DA46-D59B-5E7F-A0A8-9E30143AAECD}"/>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1F45F508-E732-DB37-7358-F61E05404F4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800" kern="100" dirty="0">
                <a:solidFill>
                  <a:srgbClr val="FF0000"/>
                </a:solidFill>
                <a:effectLst/>
                <a:ea typeface="標楷體" panose="03000509000000000000" pitchFamily="65" charset="-120"/>
                <a:cs typeface="Times New Roman" panose="02020603050405020304" pitchFamily="18" charset="0"/>
              </a:rPr>
              <a:t>業務公告區塊補上「進階查詢」、「諮詢窗口」連結</a:t>
            </a:r>
            <a:endParaRPr lang="en-US" altLang="zh-TW" dirty="0"/>
          </a:p>
        </p:txBody>
      </p:sp>
      <p:sp>
        <p:nvSpPr>
          <p:cNvPr id="4" name="投影片編號版面配置區 3">
            <a:extLst>
              <a:ext uri="{FF2B5EF4-FFF2-40B4-BE49-F238E27FC236}">
                <a16:creationId xmlns:a16="http://schemas.microsoft.com/office/drawing/2014/main" id="{5515BEC4-E53E-A57C-B259-CA86738CCE64}"/>
              </a:ext>
            </a:extLst>
          </p:cNvPr>
          <p:cNvSpPr>
            <a:spLocks noGrp="1"/>
          </p:cNvSpPr>
          <p:nvPr>
            <p:ph type="sldNum" sz="quarter" idx="5"/>
          </p:nvPr>
        </p:nvSpPr>
        <p:spPr/>
        <p:txBody>
          <a:bodyPr/>
          <a:lstStyle/>
          <a:p>
            <a:fld id="{89F83F86-4E83-4510-8D29-B9E9BD9C4428}" type="slidenum">
              <a:rPr lang="zh-TW" altLang="en-US" smtClean="0"/>
              <a:t>16</a:t>
            </a:fld>
            <a:endParaRPr lang="zh-TW" altLang="en-US"/>
          </a:p>
        </p:txBody>
      </p:sp>
    </p:spTree>
    <p:extLst>
      <p:ext uri="{BB962C8B-B14F-4D97-AF65-F5344CB8AC3E}">
        <p14:creationId xmlns:p14="http://schemas.microsoft.com/office/powerpoint/2010/main" val="12879035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89F83F86-4E83-4510-8D29-B9E9BD9C4428}" type="slidenum">
              <a:rPr lang="zh-TW" altLang="en-US" smtClean="0"/>
              <a:t>19</a:t>
            </a:fld>
            <a:endParaRPr lang="zh-TW" altLang="en-US"/>
          </a:p>
        </p:txBody>
      </p:sp>
    </p:spTree>
    <p:extLst>
      <p:ext uri="{BB962C8B-B14F-4D97-AF65-F5344CB8AC3E}">
        <p14:creationId xmlns:p14="http://schemas.microsoft.com/office/powerpoint/2010/main" val="30276173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6.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標題投影片">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75231" y="1629708"/>
            <a:ext cx="5397551" cy="1060199"/>
          </a:xfrm>
        </p:spPr>
        <p:txBody>
          <a:bodyPr anchor="t">
            <a:noAutofit/>
          </a:bodyPr>
          <a:lstStyle>
            <a:lvl1pPr algn="l">
              <a:defRPr sz="3600" b="1">
                <a:solidFill>
                  <a:schemeClr val="tx1"/>
                </a:solidFill>
              </a:defRPr>
            </a:lvl1pPr>
          </a:lstStyle>
          <a:p>
            <a:r>
              <a:rPr lang="zh-TW" altLang="en-US"/>
              <a:t>標題樣式</a:t>
            </a:r>
            <a:endParaRPr lang="en-US"/>
          </a:p>
        </p:txBody>
      </p:sp>
      <p:sp>
        <p:nvSpPr>
          <p:cNvPr id="3" name="Subtitle 2"/>
          <p:cNvSpPr>
            <a:spLocks noGrp="1"/>
          </p:cNvSpPr>
          <p:nvPr>
            <p:ph type="subTitle" idx="1" hasCustomPrompt="1"/>
          </p:nvPr>
        </p:nvSpPr>
        <p:spPr>
          <a:xfrm>
            <a:off x="520497" y="2966706"/>
            <a:ext cx="5344594" cy="727193"/>
          </a:xfrm>
        </p:spPr>
        <p:txBody>
          <a:bodyPr anchor="t">
            <a:normAutofit/>
          </a:bodyPr>
          <a:lstStyle>
            <a:lvl1pPr marL="0" indent="0" algn="l">
              <a:buNone/>
              <a:defRPr kumimoji="0" lang="en-US" sz="2800" b="0" kern="1200" dirty="0">
                <a:solidFill>
                  <a:schemeClr val="tx1"/>
                </a:solidFill>
                <a:latin typeface="微軟正黑體" panose="020B0604030504040204" pitchFamily="34" charset="-120"/>
                <a:ea typeface="微軟正黑體" panose="020B0604030504040204" pitchFamily="34" charset="-120"/>
                <a:cs typeface="+mn-cs"/>
              </a:defRPr>
            </a:lvl1pPr>
            <a:lvl2pPr marL="301823" indent="0" algn="ctr">
              <a:buNone/>
              <a:defRPr sz="1320"/>
            </a:lvl2pPr>
            <a:lvl3pPr marL="603647" indent="0" algn="ctr">
              <a:buNone/>
              <a:defRPr sz="1189"/>
            </a:lvl3pPr>
            <a:lvl4pPr marL="905470" indent="0" algn="ctr">
              <a:buNone/>
              <a:defRPr sz="1056"/>
            </a:lvl4pPr>
            <a:lvl5pPr marL="1207294" indent="0" algn="ctr">
              <a:buNone/>
              <a:defRPr sz="1056"/>
            </a:lvl5pPr>
            <a:lvl6pPr marL="1509117" indent="0" algn="ctr">
              <a:buNone/>
              <a:defRPr sz="1056"/>
            </a:lvl6pPr>
            <a:lvl7pPr marL="1810941" indent="0" algn="ctr">
              <a:buNone/>
              <a:defRPr sz="1056"/>
            </a:lvl7pPr>
            <a:lvl8pPr marL="2112764" indent="0" algn="ctr">
              <a:buNone/>
              <a:defRPr sz="1056"/>
            </a:lvl8pPr>
            <a:lvl9pPr marL="2414588" indent="0" algn="ctr">
              <a:buNone/>
              <a:defRPr sz="1056"/>
            </a:lvl9pPr>
          </a:lstStyle>
          <a:p>
            <a:r>
              <a:rPr lang="zh-TW" altLang="en-US"/>
              <a:t>副標題樣式</a:t>
            </a:r>
            <a:endParaRPr lang="en-US"/>
          </a:p>
        </p:txBody>
      </p:sp>
      <p:sp>
        <p:nvSpPr>
          <p:cNvPr id="10" name="文字版面配置區 9">
            <a:extLst>
              <a:ext uri="{FF2B5EF4-FFF2-40B4-BE49-F238E27FC236}">
                <a16:creationId xmlns:a16="http://schemas.microsoft.com/office/drawing/2014/main" id="{934614BB-43E3-4B4D-8D6D-5FB02F54FDCF}"/>
              </a:ext>
            </a:extLst>
          </p:cNvPr>
          <p:cNvSpPr>
            <a:spLocks noGrp="1"/>
          </p:cNvSpPr>
          <p:nvPr>
            <p:ph type="body" sz="quarter" idx="13" hasCustomPrompt="1"/>
          </p:nvPr>
        </p:nvSpPr>
        <p:spPr>
          <a:xfrm>
            <a:off x="543206" y="4073263"/>
            <a:ext cx="5344594" cy="375986"/>
          </a:xfrm>
        </p:spPr>
        <p:txBody>
          <a:bodyPr anchor="t">
            <a:normAutofit/>
          </a:bodyPr>
          <a:lstStyle>
            <a:lvl1pPr marL="0" indent="0">
              <a:spcBef>
                <a:spcPts val="300"/>
              </a:spcBef>
              <a:buNone/>
              <a:defRPr sz="2000" b="0">
                <a:solidFill>
                  <a:schemeClr val="tx1"/>
                </a:solidFill>
              </a:defRPr>
            </a:lvl1pPr>
          </a:lstStyle>
          <a:p>
            <a:pPr lvl="0"/>
            <a:r>
              <a:rPr lang="zh-TW" altLang="en-US"/>
              <a:t>編輯母片文字樣式</a:t>
            </a:r>
          </a:p>
        </p:txBody>
      </p:sp>
      <p:pic>
        <p:nvPicPr>
          <p:cNvPr id="14" name="圖片 13">
            <a:extLst>
              <a:ext uri="{FF2B5EF4-FFF2-40B4-BE49-F238E27FC236}">
                <a16:creationId xmlns:a16="http://schemas.microsoft.com/office/drawing/2014/main" id="{192DFBA8-00E8-4A8B-9E32-EF661509AF1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84702" y="403879"/>
            <a:ext cx="3072874" cy="375986"/>
          </a:xfrm>
          <a:prstGeom prst="rect">
            <a:avLst/>
          </a:prstGeom>
        </p:spPr>
      </p:pic>
      <p:sp>
        <p:nvSpPr>
          <p:cNvPr id="9" name="Footer Placeholder 4">
            <a:extLst>
              <a:ext uri="{FF2B5EF4-FFF2-40B4-BE49-F238E27FC236}">
                <a16:creationId xmlns:a16="http://schemas.microsoft.com/office/drawing/2014/main" id="{BAF289E7-3848-4112-86B6-D7B4557475DC}"/>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
        <p:nvSpPr>
          <p:cNvPr id="4" name="矩形 3">
            <a:extLst>
              <a:ext uri="{FF2B5EF4-FFF2-40B4-BE49-F238E27FC236}">
                <a16:creationId xmlns:a16="http://schemas.microsoft.com/office/drawing/2014/main" id="{37582B31-E292-400B-888C-9CFCCA67CFBE}"/>
              </a:ext>
            </a:extLst>
          </p:cNvPr>
          <p:cNvSpPr/>
          <p:nvPr userDrawn="1"/>
        </p:nvSpPr>
        <p:spPr>
          <a:xfrm>
            <a:off x="9439275" y="6438900"/>
            <a:ext cx="239412" cy="29753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5" name="圖片 14">
            <a:extLst>
              <a:ext uri="{FF2B5EF4-FFF2-40B4-BE49-F238E27FC236}">
                <a16:creationId xmlns:a16="http://schemas.microsoft.com/office/drawing/2014/main" id="{692A7CD4-36F5-4971-A3F5-2888E0BEEB73}"/>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435073" y="6387002"/>
            <a:ext cx="2240280" cy="373380"/>
          </a:xfrm>
          <a:prstGeom prst="rect">
            <a:avLst/>
          </a:prstGeom>
        </p:spPr>
      </p:pic>
      <p:pic>
        <p:nvPicPr>
          <p:cNvPr id="7" name="圖片 6">
            <a:extLst>
              <a:ext uri="{FF2B5EF4-FFF2-40B4-BE49-F238E27FC236}">
                <a16:creationId xmlns:a16="http://schemas.microsoft.com/office/drawing/2014/main" id="{8E5EBDEF-B297-1617-B6C7-5FB6796122F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0" y="4581680"/>
            <a:ext cx="6638536" cy="1178643"/>
          </a:xfrm>
          <a:prstGeom prst="rect">
            <a:avLst/>
          </a:prstGeom>
        </p:spPr>
      </p:pic>
      <p:pic>
        <p:nvPicPr>
          <p:cNvPr id="6" name="圖片 5">
            <a:extLst>
              <a:ext uri="{FF2B5EF4-FFF2-40B4-BE49-F238E27FC236}">
                <a16:creationId xmlns:a16="http://schemas.microsoft.com/office/drawing/2014/main" id="{3D856174-0BF5-4A84-CE29-3A68B9482340}"/>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5775864" y="121564"/>
            <a:ext cx="4116710" cy="6736436"/>
          </a:xfrm>
          <a:prstGeom prst="rect">
            <a:avLst/>
          </a:prstGeom>
        </p:spPr>
      </p:pic>
    </p:spTree>
    <p:extLst>
      <p:ext uri="{BB962C8B-B14F-4D97-AF65-F5344CB8AC3E}">
        <p14:creationId xmlns:p14="http://schemas.microsoft.com/office/powerpoint/2010/main" val="2689989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標題投影片">
    <p:bg>
      <p:bgPr>
        <a:solidFill>
          <a:schemeClr val="bg1"/>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F9C8E59A-A956-FC0B-CBB6-0EFFE9C2A405}"/>
              </a:ext>
            </a:extLst>
          </p:cNvPr>
          <p:cNvSpPr/>
          <p:nvPr userDrawn="1"/>
        </p:nvSpPr>
        <p:spPr>
          <a:xfrm>
            <a:off x="0" y="0"/>
            <a:ext cx="9906000" cy="6858000"/>
          </a:xfrm>
          <a:prstGeom prst="rect">
            <a:avLst/>
          </a:prstGeom>
          <a:solidFill>
            <a:srgbClr val="0B28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圖片 4">
            <a:extLst>
              <a:ext uri="{FF2B5EF4-FFF2-40B4-BE49-F238E27FC236}">
                <a16:creationId xmlns:a16="http://schemas.microsoft.com/office/drawing/2014/main" id="{96878101-9E82-4992-82AF-B6A3C14C6E6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775864" y="121564"/>
            <a:ext cx="4116710" cy="6736436"/>
          </a:xfrm>
          <a:prstGeom prst="rect">
            <a:avLst/>
          </a:prstGeom>
        </p:spPr>
      </p:pic>
      <p:sp>
        <p:nvSpPr>
          <p:cNvPr id="2" name="Title 1"/>
          <p:cNvSpPr>
            <a:spLocks noGrp="1"/>
          </p:cNvSpPr>
          <p:nvPr>
            <p:ph type="ctrTitle" hasCustomPrompt="1"/>
          </p:nvPr>
        </p:nvSpPr>
        <p:spPr>
          <a:xfrm>
            <a:off x="475232" y="1629708"/>
            <a:ext cx="4613564" cy="1060199"/>
          </a:xfrm>
        </p:spPr>
        <p:txBody>
          <a:bodyPr anchor="ctr">
            <a:noAutofit/>
          </a:bodyPr>
          <a:lstStyle>
            <a:lvl1pPr algn="l">
              <a:defRPr sz="3600" b="1">
                <a:solidFill>
                  <a:schemeClr val="bg1"/>
                </a:solidFill>
              </a:defRPr>
            </a:lvl1pPr>
          </a:lstStyle>
          <a:p>
            <a:r>
              <a:rPr lang="zh-TW" altLang="en-US"/>
              <a:t>標題樣式</a:t>
            </a:r>
            <a:endParaRPr lang="en-US"/>
          </a:p>
        </p:txBody>
      </p:sp>
      <p:sp>
        <p:nvSpPr>
          <p:cNvPr id="3" name="Subtitle 2"/>
          <p:cNvSpPr>
            <a:spLocks noGrp="1"/>
          </p:cNvSpPr>
          <p:nvPr>
            <p:ph type="subTitle" idx="1" hasCustomPrompt="1"/>
          </p:nvPr>
        </p:nvSpPr>
        <p:spPr>
          <a:xfrm>
            <a:off x="520497" y="2966706"/>
            <a:ext cx="4568299" cy="727193"/>
          </a:xfrm>
        </p:spPr>
        <p:txBody>
          <a:bodyPr anchor="ctr">
            <a:normAutofit/>
          </a:bodyPr>
          <a:lstStyle>
            <a:lvl1pPr marL="0" indent="0" algn="l">
              <a:buNone/>
              <a:defRPr kumimoji="0" lang="en-US" sz="2800" b="0" kern="1200" dirty="0">
                <a:solidFill>
                  <a:schemeClr val="bg1"/>
                </a:solidFill>
                <a:latin typeface="微軟正黑體" panose="020B0604030504040204" pitchFamily="34" charset="-120"/>
                <a:ea typeface="微軟正黑體" panose="020B0604030504040204" pitchFamily="34" charset="-120"/>
                <a:cs typeface="+mn-cs"/>
              </a:defRPr>
            </a:lvl1pPr>
            <a:lvl2pPr marL="301823" indent="0" algn="ctr">
              <a:buNone/>
              <a:defRPr sz="1320"/>
            </a:lvl2pPr>
            <a:lvl3pPr marL="603647" indent="0" algn="ctr">
              <a:buNone/>
              <a:defRPr sz="1189"/>
            </a:lvl3pPr>
            <a:lvl4pPr marL="905470" indent="0" algn="ctr">
              <a:buNone/>
              <a:defRPr sz="1056"/>
            </a:lvl4pPr>
            <a:lvl5pPr marL="1207294" indent="0" algn="ctr">
              <a:buNone/>
              <a:defRPr sz="1056"/>
            </a:lvl5pPr>
            <a:lvl6pPr marL="1509117" indent="0" algn="ctr">
              <a:buNone/>
              <a:defRPr sz="1056"/>
            </a:lvl6pPr>
            <a:lvl7pPr marL="1810941" indent="0" algn="ctr">
              <a:buNone/>
              <a:defRPr sz="1056"/>
            </a:lvl7pPr>
            <a:lvl8pPr marL="2112764" indent="0" algn="ctr">
              <a:buNone/>
              <a:defRPr sz="1056"/>
            </a:lvl8pPr>
            <a:lvl9pPr marL="2414588" indent="0" algn="ctr">
              <a:buNone/>
              <a:defRPr sz="1056"/>
            </a:lvl9pPr>
          </a:lstStyle>
          <a:p>
            <a:r>
              <a:rPr lang="zh-TW" altLang="en-US"/>
              <a:t>副標題樣式</a:t>
            </a:r>
            <a:endParaRPr lang="en-US"/>
          </a:p>
        </p:txBody>
      </p:sp>
      <p:sp>
        <p:nvSpPr>
          <p:cNvPr id="10" name="文字版面配置區 9">
            <a:extLst>
              <a:ext uri="{FF2B5EF4-FFF2-40B4-BE49-F238E27FC236}">
                <a16:creationId xmlns:a16="http://schemas.microsoft.com/office/drawing/2014/main" id="{934614BB-43E3-4B4D-8D6D-5FB02F54FDCF}"/>
              </a:ext>
            </a:extLst>
          </p:cNvPr>
          <p:cNvSpPr>
            <a:spLocks noGrp="1"/>
          </p:cNvSpPr>
          <p:nvPr>
            <p:ph type="body" sz="quarter" idx="13" hasCustomPrompt="1"/>
          </p:nvPr>
        </p:nvSpPr>
        <p:spPr>
          <a:xfrm>
            <a:off x="543206" y="4073263"/>
            <a:ext cx="4568299" cy="375986"/>
          </a:xfrm>
        </p:spPr>
        <p:txBody>
          <a:bodyPr anchor="ctr">
            <a:normAutofit/>
          </a:bodyPr>
          <a:lstStyle>
            <a:lvl1pPr marL="0" indent="0">
              <a:spcBef>
                <a:spcPts val="300"/>
              </a:spcBef>
              <a:buNone/>
              <a:defRPr sz="2000" b="0">
                <a:solidFill>
                  <a:schemeClr val="bg1"/>
                </a:solidFill>
              </a:defRPr>
            </a:lvl1pPr>
          </a:lstStyle>
          <a:p>
            <a:pPr lvl="0"/>
            <a:r>
              <a:rPr lang="zh-TW" altLang="en-US"/>
              <a:t>編輯母片文字樣式</a:t>
            </a:r>
          </a:p>
        </p:txBody>
      </p:sp>
      <p:pic>
        <p:nvPicPr>
          <p:cNvPr id="14" name="圖片 13">
            <a:extLst>
              <a:ext uri="{FF2B5EF4-FFF2-40B4-BE49-F238E27FC236}">
                <a16:creationId xmlns:a16="http://schemas.microsoft.com/office/drawing/2014/main" id="{192DFBA8-00E8-4A8B-9E32-EF661509AF1B}"/>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98396" y="403879"/>
            <a:ext cx="3045485" cy="375986"/>
          </a:xfrm>
          <a:prstGeom prst="rect">
            <a:avLst/>
          </a:prstGeom>
        </p:spPr>
      </p:pic>
      <p:pic>
        <p:nvPicPr>
          <p:cNvPr id="7" name="圖片 6">
            <a:extLst>
              <a:ext uri="{FF2B5EF4-FFF2-40B4-BE49-F238E27FC236}">
                <a16:creationId xmlns:a16="http://schemas.microsoft.com/office/drawing/2014/main" id="{8E5EBDEF-B297-1617-B6C7-5FB6796122FA}"/>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0" y="4581680"/>
            <a:ext cx="6638536" cy="1178643"/>
          </a:xfrm>
          <a:prstGeom prst="rect">
            <a:avLst/>
          </a:prstGeom>
        </p:spPr>
      </p:pic>
      <p:pic>
        <p:nvPicPr>
          <p:cNvPr id="8" name="圖片 7">
            <a:extLst>
              <a:ext uri="{FF2B5EF4-FFF2-40B4-BE49-F238E27FC236}">
                <a16:creationId xmlns:a16="http://schemas.microsoft.com/office/drawing/2014/main" id="{43C646C9-CB01-DBDA-24C7-4C027B1BEEBA}"/>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7435073" y="6387002"/>
            <a:ext cx="2240280" cy="373380"/>
          </a:xfrm>
          <a:prstGeom prst="rect">
            <a:avLst/>
          </a:prstGeom>
        </p:spPr>
      </p:pic>
      <p:sp>
        <p:nvSpPr>
          <p:cNvPr id="4" name="Footer Placeholder 4">
            <a:extLst>
              <a:ext uri="{FF2B5EF4-FFF2-40B4-BE49-F238E27FC236}">
                <a16:creationId xmlns:a16="http://schemas.microsoft.com/office/drawing/2014/main" id="{F5DA68F6-49F9-9C4F-01B7-47A141BD5D6D}"/>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3988717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標題及物件(左側有視覺)">
    <p:bg>
      <p:bgPr>
        <a:solidFill>
          <a:schemeClr val="bg1"/>
        </a:solidFill>
        <a:effectLst/>
      </p:bgPr>
    </p:bg>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FDC5DE9C-A689-468C-8977-DDF09E173C4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36613"/>
            <a:ext cx="3791511" cy="4331227"/>
          </a:xfrm>
          <a:prstGeom prst="rect">
            <a:avLst/>
          </a:prstGeom>
        </p:spPr>
      </p:pic>
      <p:sp>
        <p:nvSpPr>
          <p:cNvPr id="2" name="Title 1"/>
          <p:cNvSpPr>
            <a:spLocks noGrp="1"/>
          </p:cNvSpPr>
          <p:nvPr>
            <p:ph type="title" hasCustomPrompt="1"/>
          </p:nvPr>
        </p:nvSpPr>
        <p:spPr>
          <a:xfrm>
            <a:off x="4466925" y="563563"/>
            <a:ext cx="3704818" cy="599104"/>
          </a:xfrm>
        </p:spPr>
        <p:txBody>
          <a:bodyPr lIns="36000" tIns="36000" rIns="36000" bIns="36000"/>
          <a:lstStyle>
            <a:lvl1pPr algn="l">
              <a:defRPr b="1">
                <a:solidFill>
                  <a:schemeClr val="tx1"/>
                </a:solidFill>
              </a:defRPr>
            </a:lvl1pPr>
          </a:lstStyle>
          <a:p>
            <a:r>
              <a:rPr lang="zh-TW" altLang="en-US"/>
              <a:t>編輯標題</a:t>
            </a:r>
            <a:endParaRPr lang="en-US"/>
          </a:p>
        </p:txBody>
      </p:sp>
      <p:sp>
        <p:nvSpPr>
          <p:cNvPr id="10" name="Text Placeholder 2">
            <a:extLst>
              <a:ext uri="{FF2B5EF4-FFF2-40B4-BE49-F238E27FC236}">
                <a16:creationId xmlns:a16="http://schemas.microsoft.com/office/drawing/2014/main" id="{772A4CFE-7004-4026-B5B7-378391033DA2}"/>
              </a:ext>
            </a:extLst>
          </p:cNvPr>
          <p:cNvSpPr>
            <a:spLocks noGrp="1"/>
          </p:cNvSpPr>
          <p:nvPr>
            <p:ph idx="1"/>
          </p:nvPr>
        </p:nvSpPr>
        <p:spPr>
          <a:xfrm>
            <a:off x="4795059" y="1477161"/>
            <a:ext cx="3929743" cy="4228420"/>
          </a:xfrm>
          <a:prstGeom prst="rect">
            <a:avLst/>
          </a:prstGeom>
        </p:spPr>
        <p:txBody>
          <a:bodyPr vert="horz" lIns="91440" tIns="45720" rIns="91440" bIns="45720" rtlCol="0">
            <a:normAutofit/>
          </a:bodyPr>
          <a:lstStyle>
            <a:lvl1pPr>
              <a:spcBef>
                <a:spcPts val="1200"/>
              </a:spcBef>
              <a:buSzPct val="100000"/>
              <a:defRPr/>
            </a:lvl1pPr>
            <a:lvl2pPr>
              <a:buSzPct val="100000"/>
              <a:defRPr/>
            </a:lvl2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3" name="投影片編號版面配置區 4">
            <a:extLst>
              <a:ext uri="{FF2B5EF4-FFF2-40B4-BE49-F238E27FC236}">
                <a16:creationId xmlns:a16="http://schemas.microsoft.com/office/drawing/2014/main" id="{54CEC0FE-5F6A-47F3-BF6B-FD3A1C4F713A}"/>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grpSp>
        <p:nvGrpSpPr>
          <p:cNvPr id="6" name="群組 5">
            <a:extLst>
              <a:ext uri="{FF2B5EF4-FFF2-40B4-BE49-F238E27FC236}">
                <a16:creationId xmlns:a16="http://schemas.microsoft.com/office/drawing/2014/main" id="{708F9DA1-B576-BF3E-BF13-AA31F3A277B6}"/>
              </a:ext>
            </a:extLst>
          </p:cNvPr>
          <p:cNvGrpSpPr/>
          <p:nvPr userDrawn="1"/>
        </p:nvGrpSpPr>
        <p:grpSpPr>
          <a:xfrm rot="16200000">
            <a:off x="7474061" y="4426061"/>
            <a:ext cx="61510" cy="4802368"/>
            <a:chOff x="9844490" y="759117"/>
            <a:chExt cx="61510" cy="4802368"/>
          </a:xfrm>
        </p:grpSpPr>
        <p:sp>
          <p:nvSpPr>
            <p:cNvPr id="7" name="矩形 6">
              <a:extLst>
                <a:ext uri="{FF2B5EF4-FFF2-40B4-BE49-F238E27FC236}">
                  <a16:creationId xmlns:a16="http://schemas.microsoft.com/office/drawing/2014/main" id="{03A4A04D-992A-1B74-9779-57E5C27BE939}"/>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F5557D77-6C62-2302-E909-3CE7386641DC}"/>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5128C813-27D8-364B-03C8-9CBCB1078FC1}"/>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D2CE3CB0-AF22-17D1-62BA-AA58D097AD05}"/>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4" name="Footer Placeholder 4">
            <a:extLst>
              <a:ext uri="{FF2B5EF4-FFF2-40B4-BE49-F238E27FC236}">
                <a16:creationId xmlns:a16="http://schemas.microsoft.com/office/drawing/2014/main" id="{158E2C47-35DF-D19A-33E2-BCD7CE88A013}"/>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1437630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標題及物件(左側有視覺)_深色">
    <p:bg>
      <p:bgPr>
        <a:solidFill>
          <a:schemeClr val="bg1"/>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795D227-DEC3-F804-9074-6523F503464B}"/>
              </a:ext>
            </a:extLst>
          </p:cNvPr>
          <p:cNvSpPr/>
          <p:nvPr userDrawn="1"/>
        </p:nvSpPr>
        <p:spPr>
          <a:xfrm>
            <a:off x="0" y="0"/>
            <a:ext cx="9906000" cy="6858000"/>
          </a:xfrm>
          <a:prstGeom prst="rect">
            <a:avLst/>
          </a:prstGeom>
          <a:solidFill>
            <a:srgbClr val="0B28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bg1"/>
              </a:solidFill>
            </a:endParaRPr>
          </a:p>
        </p:txBody>
      </p:sp>
      <p:pic>
        <p:nvPicPr>
          <p:cNvPr id="9" name="圖片 8">
            <a:extLst>
              <a:ext uri="{FF2B5EF4-FFF2-40B4-BE49-F238E27FC236}">
                <a16:creationId xmlns:a16="http://schemas.microsoft.com/office/drawing/2014/main" id="{FDC5DE9C-A689-468C-8977-DDF09E173C4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36613"/>
            <a:ext cx="3791510" cy="4331227"/>
          </a:xfrm>
          <a:prstGeom prst="rect">
            <a:avLst/>
          </a:prstGeom>
        </p:spPr>
      </p:pic>
      <p:sp>
        <p:nvSpPr>
          <p:cNvPr id="2" name="Title 1"/>
          <p:cNvSpPr>
            <a:spLocks noGrp="1"/>
          </p:cNvSpPr>
          <p:nvPr>
            <p:ph type="title" hasCustomPrompt="1"/>
          </p:nvPr>
        </p:nvSpPr>
        <p:spPr>
          <a:xfrm>
            <a:off x="4466925" y="563563"/>
            <a:ext cx="3704818" cy="599104"/>
          </a:xfrm>
        </p:spPr>
        <p:txBody>
          <a:bodyPr lIns="36000" tIns="36000" rIns="36000" bIns="36000"/>
          <a:lstStyle>
            <a:lvl1pPr algn="l">
              <a:defRPr b="1">
                <a:solidFill>
                  <a:schemeClr val="bg1"/>
                </a:solidFill>
              </a:defRPr>
            </a:lvl1pPr>
          </a:lstStyle>
          <a:p>
            <a:r>
              <a:rPr lang="zh-TW" altLang="en-US"/>
              <a:t>編輯標題</a:t>
            </a:r>
            <a:endParaRPr lang="en-US"/>
          </a:p>
        </p:txBody>
      </p:sp>
      <p:sp>
        <p:nvSpPr>
          <p:cNvPr id="10" name="Text Placeholder 2">
            <a:extLst>
              <a:ext uri="{FF2B5EF4-FFF2-40B4-BE49-F238E27FC236}">
                <a16:creationId xmlns:a16="http://schemas.microsoft.com/office/drawing/2014/main" id="{772A4CFE-7004-4026-B5B7-378391033DA2}"/>
              </a:ext>
            </a:extLst>
          </p:cNvPr>
          <p:cNvSpPr>
            <a:spLocks noGrp="1"/>
          </p:cNvSpPr>
          <p:nvPr>
            <p:ph idx="1"/>
          </p:nvPr>
        </p:nvSpPr>
        <p:spPr>
          <a:xfrm>
            <a:off x="4795059" y="1477161"/>
            <a:ext cx="3929743" cy="4228420"/>
          </a:xfrm>
          <a:prstGeom prst="rect">
            <a:avLst/>
          </a:prstGeom>
        </p:spPr>
        <p:txBody>
          <a:bodyPr vert="horz" lIns="91440" tIns="45720" rIns="91440" bIns="45720" rtlCol="0">
            <a:normAutofit/>
          </a:bodyPr>
          <a:lstStyle>
            <a:lvl1pPr>
              <a:spcBef>
                <a:spcPts val="1200"/>
              </a:spcBef>
              <a:buSzPct val="100000"/>
              <a:defRPr>
                <a:solidFill>
                  <a:schemeClr val="bg1"/>
                </a:solidFill>
              </a:defRPr>
            </a:lvl1pPr>
            <a:lvl2pPr>
              <a:buSzPct val="100000"/>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grpSp>
        <p:nvGrpSpPr>
          <p:cNvPr id="6" name="群組 5">
            <a:extLst>
              <a:ext uri="{FF2B5EF4-FFF2-40B4-BE49-F238E27FC236}">
                <a16:creationId xmlns:a16="http://schemas.microsoft.com/office/drawing/2014/main" id="{708F9DA1-B576-BF3E-BF13-AA31F3A277B6}"/>
              </a:ext>
            </a:extLst>
          </p:cNvPr>
          <p:cNvGrpSpPr/>
          <p:nvPr userDrawn="1"/>
        </p:nvGrpSpPr>
        <p:grpSpPr>
          <a:xfrm rot="16200000">
            <a:off x="7474061" y="4426061"/>
            <a:ext cx="61510" cy="4802368"/>
            <a:chOff x="9844490" y="759117"/>
            <a:chExt cx="61510" cy="4802368"/>
          </a:xfrm>
        </p:grpSpPr>
        <p:sp>
          <p:nvSpPr>
            <p:cNvPr id="7" name="矩形 6">
              <a:extLst>
                <a:ext uri="{FF2B5EF4-FFF2-40B4-BE49-F238E27FC236}">
                  <a16:creationId xmlns:a16="http://schemas.microsoft.com/office/drawing/2014/main" id="{03A4A04D-992A-1B74-9779-57E5C27BE939}"/>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F5557D77-6C62-2302-E909-3CE7386641DC}"/>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5128C813-27D8-364B-03C8-9CBCB1078FC1}"/>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a:extLst>
                <a:ext uri="{FF2B5EF4-FFF2-40B4-BE49-F238E27FC236}">
                  <a16:creationId xmlns:a16="http://schemas.microsoft.com/office/drawing/2014/main" id="{D2CE3CB0-AF22-17D1-62BA-AA58D097AD05}"/>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5" name="Footer Placeholder 4">
            <a:extLst>
              <a:ext uri="{FF2B5EF4-FFF2-40B4-BE49-F238E27FC236}">
                <a16:creationId xmlns:a16="http://schemas.microsoft.com/office/drawing/2014/main" id="{CECC3986-2EA9-0963-9D07-25EE7AD5BD56}"/>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
        <p:nvSpPr>
          <p:cNvPr id="15" name="投影片編號版面配置區 4">
            <a:extLst>
              <a:ext uri="{FF2B5EF4-FFF2-40B4-BE49-F238E27FC236}">
                <a16:creationId xmlns:a16="http://schemas.microsoft.com/office/drawing/2014/main" id="{A287F163-897E-F013-A32E-BA948A3C2E21}"/>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bg1"/>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Tree>
    <p:extLst>
      <p:ext uri="{BB962C8B-B14F-4D97-AF65-F5344CB8AC3E}">
        <p14:creationId xmlns:p14="http://schemas.microsoft.com/office/powerpoint/2010/main" val="17752675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標題(背景有視覺)">
    <p:bg>
      <p:bgPr>
        <a:solidFill>
          <a:schemeClr val="bg1"/>
        </a:solidFill>
        <a:effectLst/>
      </p:bgPr>
    </p:bg>
    <p:spTree>
      <p:nvGrpSpPr>
        <p:cNvPr id="1" name=""/>
        <p:cNvGrpSpPr/>
        <p:nvPr/>
      </p:nvGrpSpPr>
      <p:grpSpPr>
        <a:xfrm>
          <a:off x="0" y="0"/>
          <a:ext cx="0" cy="0"/>
          <a:chOff x="0" y="0"/>
          <a:chExt cx="0" cy="0"/>
        </a:xfrm>
      </p:grpSpPr>
      <p:pic>
        <p:nvPicPr>
          <p:cNvPr id="5" name="圖片 4">
            <a:extLst>
              <a:ext uri="{FF2B5EF4-FFF2-40B4-BE49-F238E27FC236}">
                <a16:creationId xmlns:a16="http://schemas.microsoft.com/office/drawing/2014/main" id="{1E3DB704-8218-A96B-541F-4D40D81F551B}"/>
              </a:ext>
            </a:extLst>
          </p:cNvPr>
          <p:cNvPicPr>
            <a:picLocks noChangeAspect="1"/>
          </p:cNvPicPr>
          <p:nvPr userDrawn="1"/>
        </p:nvPicPr>
        <p:blipFill>
          <a:blip r:embed="rId2">
            <a:extLst>
              <a:ext uri="{28A0092B-C50C-407E-A947-70E740481C1C}">
                <a14:useLocalDpi xmlns:a14="http://schemas.microsoft.com/office/drawing/2010/main" val="0"/>
              </a:ext>
            </a:extLst>
          </a:blip>
          <a:srcRect l="9000" r="9000"/>
          <a:stretch/>
        </p:blipFill>
        <p:spPr>
          <a:xfrm>
            <a:off x="-10989" y="1"/>
            <a:ext cx="9916989" cy="6857999"/>
          </a:xfrm>
          <a:prstGeom prst="rect">
            <a:avLst/>
          </a:prstGeom>
        </p:spPr>
      </p:pic>
      <p:pic>
        <p:nvPicPr>
          <p:cNvPr id="13" name="圖片 12">
            <a:extLst>
              <a:ext uri="{FF2B5EF4-FFF2-40B4-BE49-F238E27FC236}">
                <a16:creationId xmlns:a16="http://schemas.microsoft.com/office/drawing/2014/main" id="{6F5FAAC3-035A-42C1-8969-D85F1EE8DE2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5098" y="6432861"/>
            <a:ext cx="1910827" cy="318471"/>
          </a:xfrm>
          <a:prstGeom prst="rect">
            <a:avLst/>
          </a:prstGeom>
        </p:spPr>
      </p:pic>
      <p:grpSp>
        <p:nvGrpSpPr>
          <p:cNvPr id="19" name="群組 18">
            <a:extLst>
              <a:ext uri="{FF2B5EF4-FFF2-40B4-BE49-F238E27FC236}">
                <a16:creationId xmlns:a16="http://schemas.microsoft.com/office/drawing/2014/main" id="{CE78031B-8BFE-14CB-8F38-7E4E9ED6ED1D}"/>
              </a:ext>
            </a:extLst>
          </p:cNvPr>
          <p:cNvGrpSpPr/>
          <p:nvPr userDrawn="1"/>
        </p:nvGrpSpPr>
        <p:grpSpPr>
          <a:xfrm>
            <a:off x="1521619" y="3829069"/>
            <a:ext cx="3046028" cy="45719"/>
            <a:chOff x="1346358" y="-784320"/>
            <a:chExt cx="3775087" cy="76750"/>
          </a:xfrm>
        </p:grpSpPr>
        <p:sp>
          <p:nvSpPr>
            <p:cNvPr id="14" name="矩形 13">
              <a:extLst>
                <a:ext uri="{FF2B5EF4-FFF2-40B4-BE49-F238E27FC236}">
                  <a16:creationId xmlns:a16="http://schemas.microsoft.com/office/drawing/2014/main" id="{F03D2AFA-61F5-AE90-CB24-27D17A92D088}"/>
                </a:ext>
              </a:extLst>
            </p:cNvPr>
            <p:cNvSpPr/>
            <p:nvPr userDrawn="1"/>
          </p:nvSpPr>
          <p:spPr>
            <a:xfrm rot="16200000">
              <a:off x="2175887" y="-1613845"/>
              <a:ext cx="76746" cy="1735803"/>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矩形 15">
              <a:extLst>
                <a:ext uri="{FF2B5EF4-FFF2-40B4-BE49-F238E27FC236}">
                  <a16:creationId xmlns:a16="http://schemas.microsoft.com/office/drawing/2014/main" id="{AAF1BBB5-0092-A8DA-EFA5-C8FD52E70F79}"/>
                </a:ext>
              </a:extLst>
            </p:cNvPr>
            <p:cNvSpPr/>
            <p:nvPr userDrawn="1"/>
          </p:nvSpPr>
          <p:spPr>
            <a:xfrm rot="16200000">
              <a:off x="3430244" y="-1039251"/>
              <a:ext cx="76748" cy="586609"/>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矩形 16">
              <a:extLst>
                <a:ext uri="{FF2B5EF4-FFF2-40B4-BE49-F238E27FC236}">
                  <a16:creationId xmlns:a16="http://schemas.microsoft.com/office/drawing/2014/main" id="{51950BCF-E54B-F562-D26C-039DDF45CE49}"/>
                </a:ext>
              </a:extLst>
            </p:cNvPr>
            <p:cNvSpPr/>
            <p:nvPr userDrawn="1"/>
          </p:nvSpPr>
          <p:spPr>
            <a:xfrm rot="16200000">
              <a:off x="4110006" y="-1039251"/>
              <a:ext cx="76748" cy="586609"/>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矩形 17">
              <a:extLst>
                <a:ext uri="{FF2B5EF4-FFF2-40B4-BE49-F238E27FC236}">
                  <a16:creationId xmlns:a16="http://schemas.microsoft.com/office/drawing/2014/main" id="{FB9AEB9D-196E-8AFA-DFCE-5EC01AEF1E6C}"/>
                </a:ext>
              </a:extLst>
            </p:cNvPr>
            <p:cNvSpPr/>
            <p:nvPr userDrawn="1"/>
          </p:nvSpPr>
          <p:spPr>
            <a:xfrm rot="16200000">
              <a:off x="4789767" y="-1039251"/>
              <a:ext cx="76748" cy="586609"/>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7" name="文字版面配置區 6">
            <a:extLst>
              <a:ext uri="{FF2B5EF4-FFF2-40B4-BE49-F238E27FC236}">
                <a16:creationId xmlns:a16="http://schemas.microsoft.com/office/drawing/2014/main" id="{09069990-F743-B886-BAE3-FEA70C71220E}"/>
              </a:ext>
            </a:extLst>
          </p:cNvPr>
          <p:cNvSpPr>
            <a:spLocks noGrp="1"/>
          </p:cNvSpPr>
          <p:nvPr>
            <p:ph type="body" sz="quarter" idx="13" hasCustomPrompt="1"/>
          </p:nvPr>
        </p:nvSpPr>
        <p:spPr>
          <a:xfrm>
            <a:off x="1509363" y="3162297"/>
            <a:ext cx="3058285" cy="723900"/>
          </a:xfrm>
        </p:spPr>
        <p:txBody>
          <a:bodyPr>
            <a:normAutofit/>
          </a:bodyPr>
          <a:lstStyle>
            <a:lvl1pPr marL="0" indent="0">
              <a:buNone/>
              <a:defRPr lang="zh-TW" altLang="en-US" sz="3600" b="1" kern="1200" dirty="0">
                <a:solidFill>
                  <a:schemeClr val="bg1"/>
                </a:solidFill>
                <a:latin typeface="微軟正黑體" panose="020B0604030504040204" pitchFamily="34" charset="-120"/>
                <a:ea typeface="微軟正黑體" panose="020B0604030504040204" pitchFamily="34" charset="-120"/>
                <a:cs typeface="+mj-cs"/>
              </a:defRPr>
            </a:lvl1pPr>
          </a:lstStyle>
          <a:p>
            <a:pPr lvl="0"/>
            <a:r>
              <a:rPr lang="zh-TW" altLang="en-US"/>
              <a:t>編輯標題</a:t>
            </a:r>
          </a:p>
        </p:txBody>
      </p:sp>
      <p:sp>
        <p:nvSpPr>
          <p:cNvPr id="3" name="Footer Placeholder 4">
            <a:extLst>
              <a:ext uri="{FF2B5EF4-FFF2-40B4-BE49-F238E27FC236}">
                <a16:creationId xmlns:a16="http://schemas.microsoft.com/office/drawing/2014/main" id="{2D2E3427-906C-551F-BDCA-869B9ED4055F}"/>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
        <p:nvSpPr>
          <p:cNvPr id="8" name="投影片編號版面配置區 4">
            <a:extLst>
              <a:ext uri="{FF2B5EF4-FFF2-40B4-BE49-F238E27FC236}">
                <a16:creationId xmlns:a16="http://schemas.microsoft.com/office/drawing/2014/main" id="{7DCC79A4-1BC3-2D76-7EDA-0D90965685B9}"/>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bg1"/>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Tree>
    <p:extLst>
      <p:ext uri="{BB962C8B-B14F-4D97-AF65-F5344CB8AC3E}">
        <p14:creationId xmlns:p14="http://schemas.microsoft.com/office/powerpoint/2010/main" val="3791522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標題及物件(左側有視覺)">
    <p:bg>
      <p:bgPr>
        <a:solidFill>
          <a:schemeClr val="bg1"/>
        </a:solidFill>
        <a:effectLst/>
      </p:bgPr>
    </p:bg>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A15DE68-B013-DDFE-65CA-E35029B1AA0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182"/>
            <a:ext cx="3447985" cy="6857998"/>
          </a:xfrm>
          <a:prstGeom prst="rect">
            <a:avLst/>
          </a:prstGeom>
        </p:spPr>
      </p:pic>
      <p:pic>
        <p:nvPicPr>
          <p:cNvPr id="13" name="圖片 12">
            <a:extLst>
              <a:ext uri="{FF2B5EF4-FFF2-40B4-BE49-F238E27FC236}">
                <a16:creationId xmlns:a16="http://schemas.microsoft.com/office/drawing/2014/main" id="{6F5FAAC3-035A-42C1-8969-D85F1EE8DE2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grpSp>
        <p:nvGrpSpPr>
          <p:cNvPr id="2" name="群組 1">
            <a:extLst>
              <a:ext uri="{FF2B5EF4-FFF2-40B4-BE49-F238E27FC236}">
                <a16:creationId xmlns:a16="http://schemas.microsoft.com/office/drawing/2014/main" id="{04A0420C-30A5-3EB9-3612-012190AE7412}"/>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6D03B0EC-8DD4-78A2-B9BC-EE6C86395928}"/>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FEDD2AC7-C6E0-552A-E12D-AC43DD2D45E0}"/>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3166F1F7-CF08-B28E-0239-46694E89D34A}"/>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657F645F-E271-8105-008F-6CB7C140610D}"/>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9" name="投影片編號版面配置區 4">
            <a:extLst>
              <a:ext uri="{FF2B5EF4-FFF2-40B4-BE49-F238E27FC236}">
                <a16:creationId xmlns:a16="http://schemas.microsoft.com/office/drawing/2014/main" id="{C16DC064-EA3C-66CD-04D2-61250CA66A7F}"/>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12" name="文字版面配置區 6">
            <a:extLst>
              <a:ext uri="{FF2B5EF4-FFF2-40B4-BE49-F238E27FC236}">
                <a16:creationId xmlns:a16="http://schemas.microsoft.com/office/drawing/2014/main" id="{CD29789D-35EB-1858-BEE2-AA35DE9E725E}"/>
              </a:ext>
            </a:extLst>
          </p:cNvPr>
          <p:cNvSpPr>
            <a:spLocks noGrp="1"/>
          </p:cNvSpPr>
          <p:nvPr>
            <p:ph type="body" sz="quarter" idx="13" hasCustomPrompt="1"/>
          </p:nvPr>
        </p:nvSpPr>
        <p:spPr>
          <a:xfrm>
            <a:off x="19491" y="1019208"/>
            <a:ext cx="3355411" cy="723900"/>
          </a:xfrm>
        </p:spPr>
        <p:txBody>
          <a:bodyPr anchor="ctr">
            <a:noAutofit/>
          </a:bodyPr>
          <a:lstStyle>
            <a:lvl1pPr marL="0" indent="0" algn="ctr">
              <a:buNone/>
              <a:defRPr lang="zh-TW" altLang="en-US" sz="3600" b="1" kern="1200" dirty="0">
                <a:solidFill>
                  <a:srgbClr val="002060"/>
                </a:solidFill>
                <a:latin typeface="微軟正黑體" panose="020B0604030504040204" pitchFamily="34" charset="-120"/>
                <a:ea typeface="微軟正黑體" panose="020B0604030504040204" pitchFamily="34" charset="-120"/>
                <a:cs typeface="+mj-cs"/>
              </a:defRPr>
            </a:lvl1pPr>
          </a:lstStyle>
          <a:p>
            <a:pPr lvl="0"/>
            <a:r>
              <a:rPr lang="zh-TW" altLang="en-US"/>
              <a:t>編輯標題</a:t>
            </a:r>
          </a:p>
        </p:txBody>
      </p:sp>
      <p:sp>
        <p:nvSpPr>
          <p:cNvPr id="6" name="Text Placeholder 2">
            <a:extLst>
              <a:ext uri="{FF2B5EF4-FFF2-40B4-BE49-F238E27FC236}">
                <a16:creationId xmlns:a16="http://schemas.microsoft.com/office/drawing/2014/main" id="{9B8193B5-7DCA-BCFA-E4F1-67CF10646231}"/>
              </a:ext>
            </a:extLst>
          </p:cNvPr>
          <p:cNvSpPr>
            <a:spLocks noGrp="1"/>
          </p:cNvSpPr>
          <p:nvPr>
            <p:ph idx="1"/>
          </p:nvPr>
        </p:nvSpPr>
        <p:spPr>
          <a:xfrm>
            <a:off x="4295955" y="1019208"/>
            <a:ext cx="5161248" cy="5269449"/>
          </a:xfrm>
          <a:prstGeom prst="rect">
            <a:avLst/>
          </a:prstGeom>
        </p:spPr>
        <p:txBody>
          <a:bodyPr vert="horz" lIns="91440" tIns="45720" rIns="91440" bIns="45720" rtlCol="0">
            <a:normAutofit/>
          </a:bodyPr>
          <a:lstStyle>
            <a:lvl1pPr>
              <a:spcBef>
                <a:spcPts val="1200"/>
              </a:spcBef>
              <a:buSzPct val="100000"/>
              <a:defRPr/>
            </a:lvl1pPr>
            <a:lvl2pPr>
              <a:buSzPct val="100000"/>
              <a:defRPr/>
            </a:lvl2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0" name="Footer Placeholder 4">
            <a:extLst>
              <a:ext uri="{FF2B5EF4-FFF2-40B4-BE49-F238E27FC236}">
                <a16:creationId xmlns:a16="http://schemas.microsoft.com/office/drawing/2014/main" id="{D1A7035C-A2D9-607E-9806-65C6C0B89672}"/>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1351899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標題及物件(左側有視覺)">
    <p:bg>
      <p:bgPr>
        <a:solidFill>
          <a:schemeClr val="bg1"/>
        </a:solidFill>
        <a:effectLst/>
      </p:bgPr>
    </p:bg>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2961B191-E4C6-ADFD-A175-287D97D6682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2"/>
            <a:ext cx="3447985" cy="6857996"/>
          </a:xfrm>
          <a:prstGeom prst="rect">
            <a:avLst/>
          </a:prstGeom>
        </p:spPr>
      </p:pic>
      <p:pic>
        <p:nvPicPr>
          <p:cNvPr id="13" name="圖片 12">
            <a:extLst>
              <a:ext uri="{FF2B5EF4-FFF2-40B4-BE49-F238E27FC236}">
                <a16:creationId xmlns:a16="http://schemas.microsoft.com/office/drawing/2014/main" id="{6F5FAAC3-035A-42C1-8969-D85F1EE8DE2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grpSp>
        <p:nvGrpSpPr>
          <p:cNvPr id="2" name="群組 1">
            <a:extLst>
              <a:ext uri="{FF2B5EF4-FFF2-40B4-BE49-F238E27FC236}">
                <a16:creationId xmlns:a16="http://schemas.microsoft.com/office/drawing/2014/main" id="{04A0420C-30A5-3EB9-3612-012190AE7412}"/>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6D03B0EC-8DD4-78A2-B9BC-EE6C86395928}"/>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FEDD2AC7-C6E0-552A-E12D-AC43DD2D45E0}"/>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3166F1F7-CF08-B28E-0239-46694E89D34A}"/>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657F645F-E271-8105-008F-6CB7C140610D}"/>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投影片編號版面配置區 4">
            <a:extLst>
              <a:ext uri="{FF2B5EF4-FFF2-40B4-BE49-F238E27FC236}">
                <a16:creationId xmlns:a16="http://schemas.microsoft.com/office/drawing/2014/main" id="{8E86D0BE-736B-C752-5A5E-64D9C528335D}"/>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3" name="文字版面配置區 6">
            <a:extLst>
              <a:ext uri="{FF2B5EF4-FFF2-40B4-BE49-F238E27FC236}">
                <a16:creationId xmlns:a16="http://schemas.microsoft.com/office/drawing/2014/main" id="{51D18952-450D-A3D8-DDEB-CA5CB9AEB7FA}"/>
              </a:ext>
            </a:extLst>
          </p:cNvPr>
          <p:cNvSpPr>
            <a:spLocks noGrp="1"/>
          </p:cNvSpPr>
          <p:nvPr>
            <p:ph type="body" sz="quarter" idx="13" hasCustomPrompt="1"/>
          </p:nvPr>
        </p:nvSpPr>
        <p:spPr>
          <a:xfrm>
            <a:off x="19491" y="1019208"/>
            <a:ext cx="3355411" cy="723900"/>
          </a:xfrm>
        </p:spPr>
        <p:txBody>
          <a:bodyPr anchor="ctr">
            <a:noAutofit/>
          </a:bodyPr>
          <a:lstStyle>
            <a:lvl1pPr marL="0" indent="0" algn="ctr">
              <a:buNone/>
              <a:defRPr lang="zh-TW" altLang="en-US" sz="3600" b="1" kern="1200" dirty="0">
                <a:solidFill>
                  <a:srgbClr val="002060"/>
                </a:solidFill>
                <a:latin typeface="微軟正黑體" panose="020B0604030504040204" pitchFamily="34" charset="-120"/>
                <a:ea typeface="微軟正黑體" panose="020B0604030504040204" pitchFamily="34" charset="-120"/>
                <a:cs typeface="+mj-cs"/>
              </a:defRPr>
            </a:lvl1pPr>
          </a:lstStyle>
          <a:p>
            <a:pPr lvl="0"/>
            <a:r>
              <a:rPr lang="zh-TW" altLang="en-US"/>
              <a:t>編輯標題</a:t>
            </a:r>
          </a:p>
        </p:txBody>
      </p:sp>
      <p:sp>
        <p:nvSpPr>
          <p:cNvPr id="6" name="Text Placeholder 2">
            <a:extLst>
              <a:ext uri="{FF2B5EF4-FFF2-40B4-BE49-F238E27FC236}">
                <a16:creationId xmlns:a16="http://schemas.microsoft.com/office/drawing/2014/main" id="{221F30FA-9211-AB24-7039-637F3B5BC145}"/>
              </a:ext>
            </a:extLst>
          </p:cNvPr>
          <p:cNvSpPr>
            <a:spLocks noGrp="1"/>
          </p:cNvSpPr>
          <p:nvPr>
            <p:ph idx="1"/>
          </p:nvPr>
        </p:nvSpPr>
        <p:spPr>
          <a:xfrm>
            <a:off x="4295955" y="1019208"/>
            <a:ext cx="5161248" cy="5269449"/>
          </a:xfrm>
          <a:prstGeom prst="rect">
            <a:avLst/>
          </a:prstGeom>
        </p:spPr>
        <p:txBody>
          <a:bodyPr vert="horz" lIns="91440" tIns="45720" rIns="91440" bIns="45720" rtlCol="0">
            <a:normAutofit/>
          </a:bodyPr>
          <a:lstStyle>
            <a:lvl1pPr>
              <a:spcBef>
                <a:spcPts val="1200"/>
              </a:spcBef>
              <a:buSzPct val="100000"/>
              <a:defRPr/>
            </a:lvl1pPr>
            <a:lvl2pPr>
              <a:buSzPct val="100000"/>
              <a:defRPr/>
            </a:lvl2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1" name="Footer Placeholder 4">
            <a:extLst>
              <a:ext uri="{FF2B5EF4-FFF2-40B4-BE49-F238E27FC236}">
                <a16:creationId xmlns:a16="http://schemas.microsoft.com/office/drawing/2014/main" id="{B7E0E916-9B84-58AD-4622-577B4C4EECF2}"/>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24108004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標題及物件(左側有視覺)">
    <p:bg>
      <p:bgPr>
        <a:solidFill>
          <a:schemeClr val="bg1"/>
        </a:solidFill>
        <a:effectLst/>
      </p:bgPr>
    </p:bg>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221F0E7F-F992-63F0-05EB-29AB5560ED5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
            <a:ext cx="3447984" cy="6857996"/>
          </a:xfrm>
          <a:prstGeom prst="rect">
            <a:avLst/>
          </a:prstGeom>
        </p:spPr>
      </p:pic>
      <p:pic>
        <p:nvPicPr>
          <p:cNvPr id="13" name="圖片 12">
            <a:extLst>
              <a:ext uri="{FF2B5EF4-FFF2-40B4-BE49-F238E27FC236}">
                <a16:creationId xmlns:a16="http://schemas.microsoft.com/office/drawing/2014/main" id="{6F5FAAC3-035A-42C1-8969-D85F1EE8DE2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grpSp>
        <p:nvGrpSpPr>
          <p:cNvPr id="2" name="群組 1">
            <a:extLst>
              <a:ext uri="{FF2B5EF4-FFF2-40B4-BE49-F238E27FC236}">
                <a16:creationId xmlns:a16="http://schemas.microsoft.com/office/drawing/2014/main" id="{04A0420C-30A5-3EB9-3612-012190AE7412}"/>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6D03B0EC-8DD4-78A2-B9BC-EE6C86395928}"/>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FEDD2AC7-C6E0-552A-E12D-AC43DD2D45E0}"/>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3166F1F7-CF08-B28E-0239-46694E89D34A}"/>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657F645F-E271-8105-008F-6CB7C140610D}"/>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投影片編號版面配置區 4">
            <a:extLst>
              <a:ext uri="{FF2B5EF4-FFF2-40B4-BE49-F238E27FC236}">
                <a16:creationId xmlns:a16="http://schemas.microsoft.com/office/drawing/2014/main" id="{5A11B485-097C-25E9-E797-9482030B6AF4}"/>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6" name="文字版面配置區 6">
            <a:extLst>
              <a:ext uri="{FF2B5EF4-FFF2-40B4-BE49-F238E27FC236}">
                <a16:creationId xmlns:a16="http://schemas.microsoft.com/office/drawing/2014/main" id="{37BE9F59-BE76-0A86-2E99-D7F9E33E34AA}"/>
              </a:ext>
            </a:extLst>
          </p:cNvPr>
          <p:cNvSpPr>
            <a:spLocks noGrp="1"/>
          </p:cNvSpPr>
          <p:nvPr>
            <p:ph type="body" sz="quarter" idx="13" hasCustomPrompt="1"/>
          </p:nvPr>
        </p:nvSpPr>
        <p:spPr>
          <a:xfrm>
            <a:off x="19491" y="1019208"/>
            <a:ext cx="3355411" cy="723900"/>
          </a:xfrm>
        </p:spPr>
        <p:txBody>
          <a:bodyPr anchor="ctr">
            <a:noAutofit/>
          </a:bodyPr>
          <a:lstStyle>
            <a:lvl1pPr marL="0" indent="0" algn="ctr">
              <a:buNone/>
              <a:defRPr lang="zh-TW" altLang="en-US" sz="3600" b="1" kern="1200" dirty="0">
                <a:solidFill>
                  <a:srgbClr val="002060"/>
                </a:solidFill>
                <a:latin typeface="微軟正黑體" panose="020B0604030504040204" pitchFamily="34" charset="-120"/>
                <a:ea typeface="微軟正黑體" panose="020B0604030504040204" pitchFamily="34" charset="-120"/>
                <a:cs typeface="+mj-cs"/>
              </a:defRPr>
            </a:lvl1pPr>
          </a:lstStyle>
          <a:p>
            <a:pPr lvl="0"/>
            <a:r>
              <a:rPr lang="zh-TW" altLang="en-US"/>
              <a:t>編輯標題</a:t>
            </a:r>
          </a:p>
        </p:txBody>
      </p:sp>
      <p:sp>
        <p:nvSpPr>
          <p:cNvPr id="9" name="Text Placeholder 2">
            <a:extLst>
              <a:ext uri="{FF2B5EF4-FFF2-40B4-BE49-F238E27FC236}">
                <a16:creationId xmlns:a16="http://schemas.microsoft.com/office/drawing/2014/main" id="{DF1A8F3C-8AF2-52A5-84C0-09A894397F70}"/>
              </a:ext>
            </a:extLst>
          </p:cNvPr>
          <p:cNvSpPr>
            <a:spLocks noGrp="1"/>
          </p:cNvSpPr>
          <p:nvPr>
            <p:ph idx="1"/>
          </p:nvPr>
        </p:nvSpPr>
        <p:spPr>
          <a:xfrm>
            <a:off x="4295955" y="1019208"/>
            <a:ext cx="5161248" cy="5269449"/>
          </a:xfrm>
          <a:prstGeom prst="rect">
            <a:avLst/>
          </a:prstGeom>
        </p:spPr>
        <p:txBody>
          <a:bodyPr vert="horz" lIns="91440" tIns="45720" rIns="91440" bIns="45720" rtlCol="0">
            <a:normAutofit/>
          </a:bodyPr>
          <a:lstStyle>
            <a:lvl1pPr>
              <a:spcBef>
                <a:spcPts val="1200"/>
              </a:spcBef>
              <a:buSzPct val="100000"/>
              <a:defRPr/>
            </a:lvl1pPr>
            <a:lvl2pPr>
              <a:buSzPct val="100000"/>
              <a:defRPr/>
            </a:lvl2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1" name="Footer Placeholder 4">
            <a:extLst>
              <a:ext uri="{FF2B5EF4-FFF2-40B4-BE49-F238E27FC236}">
                <a16:creationId xmlns:a16="http://schemas.microsoft.com/office/drawing/2014/main" id="{18D125CA-DB13-543D-4978-0219725261A2}"/>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1100485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標題及物件(左側有視覺)">
    <p:bg>
      <p:bgPr>
        <a:solidFill>
          <a:schemeClr val="bg1"/>
        </a:solidFill>
        <a:effectLst/>
      </p:bgPr>
    </p:bg>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264983FA-73D9-6E4F-09EB-6095B0EA774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3"/>
            <a:ext cx="3447984" cy="6857994"/>
          </a:xfrm>
          <a:prstGeom prst="rect">
            <a:avLst/>
          </a:prstGeom>
        </p:spPr>
      </p:pic>
      <p:pic>
        <p:nvPicPr>
          <p:cNvPr id="13" name="圖片 12">
            <a:extLst>
              <a:ext uri="{FF2B5EF4-FFF2-40B4-BE49-F238E27FC236}">
                <a16:creationId xmlns:a16="http://schemas.microsoft.com/office/drawing/2014/main" id="{6F5FAAC3-035A-42C1-8969-D85F1EE8DE2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grpSp>
        <p:nvGrpSpPr>
          <p:cNvPr id="2" name="群組 1">
            <a:extLst>
              <a:ext uri="{FF2B5EF4-FFF2-40B4-BE49-F238E27FC236}">
                <a16:creationId xmlns:a16="http://schemas.microsoft.com/office/drawing/2014/main" id="{04A0420C-30A5-3EB9-3612-012190AE7412}"/>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6D03B0EC-8DD4-78A2-B9BC-EE6C86395928}"/>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FEDD2AC7-C6E0-552A-E12D-AC43DD2D45E0}"/>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3166F1F7-CF08-B28E-0239-46694E89D34A}"/>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657F645F-E271-8105-008F-6CB7C140610D}"/>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投影片編號版面配置區 4">
            <a:extLst>
              <a:ext uri="{FF2B5EF4-FFF2-40B4-BE49-F238E27FC236}">
                <a16:creationId xmlns:a16="http://schemas.microsoft.com/office/drawing/2014/main" id="{DE2EEAB9-ABBA-C35A-DC64-54E5D19B3450}"/>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6" name="文字版面配置區 6">
            <a:extLst>
              <a:ext uri="{FF2B5EF4-FFF2-40B4-BE49-F238E27FC236}">
                <a16:creationId xmlns:a16="http://schemas.microsoft.com/office/drawing/2014/main" id="{4BD49E83-063B-F8C5-4C03-4EF5C66278DC}"/>
              </a:ext>
            </a:extLst>
          </p:cNvPr>
          <p:cNvSpPr>
            <a:spLocks noGrp="1"/>
          </p:cNvSpPr>
          <p:nvPr>
            <p:ph type="body" sz="quarter" idx="13" hasCustomPrompt="1"/>
          </p:nvPr>
        </p:nvSpPr>
        <p:spPr>
          <a:xfrm>
            <a:off x="19491" y="1019208"/>
            <a:ext cx="3355411" cy="723900"/>
          </a:xfrm>
        </p:spPr>
        <p:txBody>
          <a:bodyPr anchor="ctr">
            <a:noAutofit/>
          </a:bodyPr>
          <a:lstStyle>
            <a:lvl1pPr marL="0" indent="0" algn="ctr">
              <a:buNone/>
              <a:defRPr lang="zh-TW" altLang="en-US" sz="3600" b="1" kern="1200" dirty="0">
                <a:solidFill>
                  <a:srgbClr val="002060"/>
                </a:solidFill>
                <a:latin typeface="微軟正黑體" panose="020B0604030504040204" pitchFamily="34" charset="-120"/>
                <a:ea typeface="微軟正黑體" panose="020B0604030504040204" pitchFamily="34" charset="-120"/>
                <a:cs typeface="+mj-cs"/>
              </a:defRPr>
            </a:lvl1pPr>
          </a:lstStyle>
          <a:p>
            <a:pPr lvl="0"/>
            <a:r>
              <a:rPr lang="zh-TW" altLang="en-US"/>
              <a:t>編輯標題</a:t>
            </a:r>
          </a:p>
        </p:txBody>
      </p:sp>
      <p:sp>
        <p:nvSpPr>
          <p:cNvPr id="9" name="Text Placeholder 2">
            <a:extLst>
              <a:ext uri="{FF2B5EF4-FFF2-40B4-BE49-F238E27FC236}">
                <a16:creationId xmlns:a16="http://schemas.microsoft.com/office/drawing/2014/main" id="{194D8A44-9F8E-8F7A-555D-102CAA68A897}"/>
              </a:ext>
            </a:extLst>
          </p:cNvPr>
          <p:cNvSpPr>
            <a:spLocks noGrp="1"/>
          </p:cNvSpPr>
          <p:nvPr>
            <p:ph idx="1"/>
          </p:nvPr>
        </p:nvSpPr>
        <p:spPr>
          <a:xfrm>
            <a:off x="4295955" y="1019208"/>
            <a:ext cx="5161248" cy="5269449"/>
          </a:xfrm>
          <a:prstGeom prst="rect">
            <a:avLst/>
          </a:prstGeom>
        </p:spPr>
        <p:txBody>
          <a:bodyPr vert="horz" lIns="91440" tIns="45720" rIns="91440" bIns="45720" rtlCol="0">
            <a:normAutofit/>
          </a:bodyPr>
          <a:lstStyle>
            <a:lvl1pPr>
              <a:spcBef>
                <a:spcPts val="1200"/>
              </a:spcBef>
              <a:buSzPct val="100000"/>
              <a:defRPr/>
            </a:lvl1pPr>
            <a:lvl2pPr>
              <a:buSzPct val="100000"/>
              <a:defRPr/>
            </a:lvl2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1" name="Footer Placeholder 4">
            <a:extLst>
              <a:ext uri="{FF2B5EF4-FFF2-40B4-BE49-F238E27FC236}">
                <a16:creationId xmlns:a16="http://schemas.microsoft.com/office/drawing/2014/main" id="{EA7DA057-99FD-237B-69E4-9F5D9EECAD80}"/>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1640287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標題及物件(左側有視覺)">
    <p:bg>
      <p:bgPr>
        <a:solidFill>
          <a:schemeClr val="bg1"/>
        </a:solidFill>
        <a:effectLst/>
      </p:bgPr>
    </p:bg>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E3D4AD27-CC28-DDCF-E3EF-F2827EC727A5}"/>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3"/>
            <a:ext cx="3447983" cy="6857994"/>
          </a:xfrm>
          <a:prstGeom prst="rect">
            <a:avLst/>
          </a:prstGeom>
        </p:spPr>
      </p:pic>
      <p:pic>
        <p:nvPicPr>
          <p:cNvPr id="13" name="圖片 12">
            <a:extLst>
              <a:ext uri="{FF2B5EF4-FFF2-40B4-BE49-F238E27FC236}">
                <a16:creationId xmlns:a16="http://schemas.microsoft.com/office/drawing/2014/main" id="{6F5FAAC3-035A-42C1-8969-D85F1EE8DE2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grpSp>
        <p:nvGrpSpPr>
          <p:cNvPr id="2" name="群組 1">
            <a:extLst>
              <a:ext uri="{FF2B5EF4-FFF2-40B4-BE49-F238E27FC236}">
                <a16:creationId xmlns:a16="http://schemas.microsoft.com/office/drawing/2014/main" id="{04A0420C-30A5-3EB9-3612-012190AE7412}"/>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6D03B0EC-8DD4-78A2-B9BC-EE6C86395928}"/>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FEDD2AC7-C6E0-552A-E12D-AC43DD2D45E0}"/>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3166F1F7-CF08-B28E-0239-46694E89D34A}"/>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657F645F-E271-8105-008F-6CB7C140610D}"/>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投影片編號版面配置區 4">
            <a:extLst>
              <a:ext uri="{FF2B5EF4-FFF2-40B4-BE49-F238E27FC236}">
                <a16:creationId xmlns:a16="http://schemas.microsoft.com/office/drawing/2014/main" id="{3B2F1B85-9B24-4729-FA1C-46472A5CF6CF}"/>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15" name="文字版面配置區 6">
            <a:extLst>
              <a:ext uri="{FF2B5EF4-FFF2-40B4-BE49-F238E27FC236}">
                <a16:creationId xmlns:a16="http://schemas.microsoft.com/office/drawing/2014/main" id="{CB12DEE6-832D-FF66-CFBE-81BE89089F2C}"/>
              </a:ext>
            </a:extLst>
          </p:cNvPr>
          <p:cNvSpPr>
            <a:spLocks noGrp="1"/>
          </p:cNvSpPr>
          <p:nvPr>
            <p:ph type="body" sz="quarter" idx="13" hasCustomPrompt="1"/>
          </p:nvPr>
        </p:nvSpPr>
        <p:spPr>
          <a:xfrm>
            <a:off x="19491" y="1019208"/>
            <a:ext cx="3355411" cy="723900"/>
          </a:xfrm>
        </p:spPr>
        <p:txBody>
          <a:bodyPr anchor="ctr">
            <a:noAutofit/>
          </a:bodyPr>
          <a:lstStyle>
            <a:lvl1pPr marL="0" indent="0" algn="ctr">
              <a:buNone/>
              <a:defRPr lang="zh-TW" altLang="en-US" sz="3600" b="1" kern="1200" dirty="0">
                <a:solidFill>
                  <a:srgbClr val="002060"/>
                </a:solidFill>
                <a:latin typeface="微軟正黑體" panose="020B0604030504040204" pitchFamily="34" charset="-120"/>
                <a:ea typeface="微軟正黑體" panose="020B0604030504040204" pitchFamily="34" charset="-120"/>
                <a:cs typeface="+mj-cs"/>
              </a:defRPr>
            </a:lvl1pPr>
          </a:lstStyle>
          <a:p>
            <a:pPr lvl="0"/>
            <a:r>
              <a:rPr lang="zh-TW" altLang="en-US"/>
              <a:t>編輯標題</a:t>
            </a:r>
          </a:p>
        </p:txBody>
      </p:sp>
      <p:sp>
        <p:nvSpPr>
          <p:cNvPr id="6" name="Text Placeholder 2">
            <a:extLst>
              <a:ext uri="{FF2B5EF4-FFF2-40B4-BE49-F238E27FC236}">
                <a16:creationId xmlns:a16="http://schemas.microsoft.com/office/drawing/2014/main" id="{DC84F136-5B07-CE49-3FF3-28CC3D78113D}"/>
              </a:ext>
            </a:extLst>
          </p:cNvPr>
          <p:cNvSpPr>
            <a:spLocks noGrp="1"/>
          </p:cNvSpPr>
          <p:nvPr>
            <p:ph idx="1"/>
          </p:nvPr>
        </p:nvSpPr>
        <p:spPr>
          <a:xfrm>
            <a:off x="4295955" y="1019208"/>
            <a:ext cx="5161248" cy="5269449"/>
          </a:xfrm>
          <a:prstGeom prst="rect">
            <a:avLst/>
          </a:prstGeom>
        </p:spPr>
        <p:txBody>
          <a:bodyPr vert="horz" lIns="91440" tIns="45720" rIns="91440" bIns="45720" rtlCol="0">
            <a:normAutofit/>
          </a:bodyPr>
          <a:lstStyle>
            <a:lvl1pPr>
              <a:spcBef>
                <a:spcPts val="1200"/>
              </a:spcBef>
              <a:buSzPct val="100000"/>
              <a:defRPr/>
            </a:lvl1pPr>
            <a:lvl2pPr>
              <a:buSzPct val="100000"/>
              <a:defRPr/>
            </a:lvl2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9" name="Footer Placeholder 4">
            <a:extLst>
              <a:ext uri="{FF2B5EF4-FFF2-40B4-BE49-F238E27FC236}">
                <a16:creationId xmlns:a16="http://schemas.microsoft.com/office/drawing/2014/main" id="{E799C781-5FB3-EBC5-94A4-10A0ECBE3F2E}"/>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1088619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標題及物件(左側有視覺)">
    <p:bg>
      <p:bgPr>
        <a:solidFill>
          <a:schemeClr val="bg1"/>
        </a:solidFill>
        <a:effectLst/>
      </p:bgPr>
    </p:bg>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08609474-2949-E064-C36B-B9E3616B2D1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
            <a:ext cx="3447983" cy="6857992"/>
          </a:xfrm>
          <a:prstGeom prst="rect">
            <a:avLst/>
          </a:prstGeom>
        </p:spPr>
      </p:pic>
      <p:pic>
        <p:nvPicPr>
          <p:cNvPr id="13" name="圖片 12">
            <a:extLst>
              <a:ext uri="{FF2B5EF4-FFF2-40B4-BE49-F238E27FC236}">
                <a16:creationId xmlns:a16="http://schemas.microsoft.com/office/drawing/2014/main" id="{6F5FAAC3-035A-42C1-8969-D85F1EE8DE2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grpSp>
        <p:nvGrpSpPr>
          <p:cNvPr id="2" name="群組 1">
            <a:extLst>
              <a:ext uri="{FF2B5EF4-FFF2-40B4-BE49-F238E27FC236}">
                <a16:creationId xmlns:a16="http://schemas.microsoft.com/office/drawing/2014/main" id="{04A0420C-30A5-3EB9-3612-012190AE7412}"/>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6D03B0EC-8DD4-78A2-B9BC-EE6C86395928}"/>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FEDD2AC7-C6E0-552A-E12D-AC43DD2D45E0}"/>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3166F1F7-CF08-B28E-0239-46694E89D34A}"/>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657F645F-E271-8105-008F-6CB7C140610D}"/>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投影片編號版面配置區 4">
            <a:extLst>
              <a:ext uri="{FF2B5EF4-FFF2-40B4-BE49-F238E27FC236}">
                <a16:creationId xmlns:a16="http://schemas.microsoft.com/office/drawing/2014/main" id="{128CD3F5-3590-3607-73E5-472770733BED}"/>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6" name="文字版面配置區 6">
            <a:extLst>
              <a:ext uri="{FF2B5EF4-FFF2-40B4-BE49-F238E27FC236}">
                <a16:creationId xmlns:a16="http://schemas.microsoft.com/office/drawing/2014/main" id="{B707CE93-1A1A-0511-57DE-50E92B5D7B00}"/>
              </a:ext>
            </a:extLst>
          </p:cNvPr>
          <p:cNvSpPr>
            <a:spLocks noGrp="1"/>
          </p:cNvSpPr>
          <p:nvPr>
            <p:ph type="body" sz="quarter" idx="13" hasCustomPrompt="1"/>
          </p:nvPr>
        </p:nvSpPr>
        <p:spPr>
          <a:xfrm>
            <a:off x="19491" y="1019208"/>
            <a:ext cx="3355411" cy="723900"/>
          </a:xfrm>
        </p:spPr>
        <p:txBody>
          <a:bodyPr anchor="ctr">
            <a:noAutofit/>
          </a:bodyPr>
          <a:lstStyle>
            <a:lvl1pPr marL="0" indent="0" algn="ctr">
              <a:buNone/>
              <a:defRPr lang="zh-TW" altLang="en-US" sz="3600" b="1" kern="1200" dirty="0">
                <a:solidFill>
                  <a:srgbClr val="002060"/>
                </a:solidFill>
                <a:latin typeface="微軟正黑體" panose="020B0604030504040204" pitchFamily="34" charset="-120"/>
                <a:ea typeface="微軟正黑體" panose="020B0604030504040204" pitchFamily="34" charset="-120"/>
                <a:cs typeface="+mj-cs"/>
              </a:defRPr>
            </a:lvl1pPr>
          </a:lstStyle>
          <a:p>
            <a:pPr lvl="0"/>
            <a:r>
              <a:rPr lang="zh-TW" altLang="en-US"/>
              <a:t>編輯標題</a:t>
            </a:r>
          </a:p>
        </p:txBody>
      </p:sp>
      <p:sp>
        <p:nvSpPr>
          <p:cNvPr id="9" name="Text Placeholder 2">
            <a:extLst>
              <a:ext uri="{FF2B5EF4-FFF2-40B4-BE49-F238E27FC236}">
                <a16:creationId xmlns:a16="http://schemas.microsoft.com/office/drawing/2014/main" id="{825684B1-B67B-0CBB-3AB5-349D5D9911B2}"/>
              </a:ext>
            </a:extLst>
          </p:cNvPr>
          <p:cNvSpPr>
            <a:spLocks noGrp="1"/>
          </p:cNvSpPr>
          <p:nvPr>
            <p:ph idx="1"/>
          </p:nvPr>
        </p:nvSpPr>
        <p:spPr>
          <a:xfrm>
            <a:off x="4295955" y="1019208"/>
            <a:ext cx="5161248" cy="5269449"/>
          </a:xfrm>
          <a:prstGeom prst="rect">
            <a:avLst/>
          </a:prstGeom>
        </p:spPr>
        <p:txBody>
          <a:bodyPr vert="horz" lIns="91440" tIns="45720" rIns="91440" bIns="45720" rtlCol="0">
            <a:normAutofit/>
          </a:bodyPr>
          <a:lstStyle>
            <a:lvl1pPr>
              <a:spcBef>
                <a:spcPts val="1200"/>
              </a:spcBef>
              <a:buSzPct val="100000"/>
              <a:defRPr/>
            </a:lvl1pPr>
            <a:lvl2pPr>
              <a:buSzPct val="100000"/>
              <a:defRPr/>
            </a:lvl2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1" name="Footer Placeholder 4">
            <a:extLst>
              <a:ext uri="{FF2B5EF4-FFF2-40B4-BE49-F238E27FC236}">
                <a16:creationId xmlns:a16="http://schemas.microsoft.com/office/drawing/2014/main" id="{2FBAF403-81D1-828D-C141-44F1739507EB}"/>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29529919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標題及物件(左側有視覺)">
    <p:bg>
      <p:bgPr>
        <a:solidFill>
          <a:schemeClr val="bg1"/>
        </a:solidFill>
        <a:effectLst/>
      </p:bgPr>
    </p:bg>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E4FB4297-FB8B-5CD2-5FFC-BAD314774B3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4"/>
            <a:ext cx="3447982" cy="6857992"/>
          </a:xfrm>
          <a:prstGeom prst="rect">
            <a:avLst/>
          </a:prstGeom>
        </p:spPr>
      </p:pic>
      <p:pic>
        <p:nvPicPr>
          <p:cNvPr id="13" name="圖片 12">
            <a:extLst>
              <a:ext uri="{FF2B5EF4-FFF2-40B4-BE49-F238E27FC236}">
                <a16:creationId xmlns:a16="http://schemas.microsoft.com/office/drawing/2014/main" id="{6F5FAAC3-035A-42C1-8969-D85F1EE8DE2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grpSp>
        <p:nvGrpSpPr>
          <p:cNvPr id="2" name="群組 1">
            <a:extLst>
              <a:ext uri="{FF2B5EF4-FFF2-40B4-BE49-F238E27FC236}">
                <a16:creationId xmlns:a16="http://schemas.microsoft.com/office/drawing/2014/main" id="{04A0420C-30A5-3EB9-3612-012190AE7412}"/>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6D03B0EC-8DD4-78A2-B9BC-EE6C86395928}"/>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FEDD2AC7-C6E0-552A-E12D-AC43DD2D45E0}"/>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3166F1F7-CF08-B28E-0239-46694E89D34A}"/>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657F645F-E271-8105-008F-6CB7C140610D}"/>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投影片編號版面配置區 4">
            <a:extLst>
              <a:ext uri="{FF2B5EF4-FFF2-40B4-BE49-F238E27FC236}">
                <a16:creationId xmlns:a16="http://schemas.microsoft.com/office/drawing/2014/main" id="{8FA5AE9B-8698-E474-9ABB-9C105E86A2FD}"/>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6" name="文字版面配置區 6">
            <a:extLst>
              <a:ext uri="{FF2B5EF4-FFF2-40B4-BE49-F238E27FC236}">
                <a16:creationId xmlns:a16="http://schemas.microsoft.com/office/drawing/2014/main" id="{26BFC0A6-DF01-BAC5-2356-FE6ED379D312}"/>
              </a:ext>
            </a:extLst>
          </p:cNvPr>
          <p:cNvSpPr>
            <a:spLocks noGrp="1"/>
          </p:cNvSpPr>
          <p:nvPr>
            <p:ph type="body" sz="quarter" idx="13" hasCustomPrompt="1"/>
          </p:nvPr>
        </p:nvSpPr>
        <p:spPr>
          <a:xfrm>
            <a:off x="19491" y="1019208"/>
            <a:ext cx="3355411" cy="723900"/>
          </a:xfrm>
        </p:spPr>
        <p:txBody>
          <a:bodyPr anchor="ctr">
            <a:noAutofit/>
          </a:bodyPr>
          <a:lstStyle>
            <a:lvl1pPr marL="0" indent="0" algn="ctr">
              <a:buNone/>
              <a:defRPr lang="zh-TW" altLang="en-US" sz="3600" b="1" kern="1200" dirty="0">
                <a:solidFill>
                  <a:schemeClr val="bg1"/>
                </a:solidFill>
                <a:latin typeface="微軟正黑體" panose="020B0604030504040204" pitchFamily="34" charset="-120"/>
                <a:ea typeface="微軟正黑體" panose="020B0604030504040204" pitchFamily="34" charset="-120"/>
                <a:cs typeface="+mj-cs"/>
              </a:defRPr>
            </a:lvl1pPr>
          </a:lstStyle>
          <a:p>
            <a:pPr lvl="0"/>
            <a:r>
              <a:rPr lang="zh-TW" altLang="en-US"/>
              <a:t>編輯標題</a:t>
            </a:r>
          </a:p>
        </p:txBody>
      </p:sp>
      <p:sp>
        <p:nvSpPr>
          <p:cNvPr id="9" name="Text Placeholder 2">
            <a:extLst>
              <a:ext uri="{FF2B5EF4-FFF2-40B4-BE49-F238E27FC236}">
                <a16:creationId xmlns:a16="http://schemas.microsoft.com/office/drawing/2014/main" id="{04A89ABF-4FDF-DD9B-4819-D6516EEC9006}"/>
              </a:ext>
            </a:extLst>
          </p:cNvPr>
          <p:cNvSpPr>
            <a:spLocks noGrp="1"/>
          </p:cNvSpPr>
          <p:nvPr>
            <p:ph idx="1"/>
          </p:nvPr>
        </p:nvSpPr>
        <p:spPr>
          <a:xfrm>
            <a:off x="4295955" y="1019208"/>
            <a:ext cx="5161248" cy="5269449"/>
          </a:xfrm>
          <a:prstGeom prst="rect">
            <a:avLst/>
          </a:prstGeom>
        </p:spPr>
        <p:txBody>
          <a:bodyPr vert="horz" lIns="91440" tIns="45720" rIns="91440" bIns="45720" rtlCol="0">
            <a:normAutofit/>
          </a:bodyPr>
          <a:lstStyle>
            <a:lvl1pPr>
              <a:spcBef>
                <a:spcPts val="1200"/>
              </a:spcBef>
              <a:buSzPct val="100000"/>
              <a:defRPr/>
            </a:lvl1pPr>
            <a:lvl2pPr>
              <a:buSzPct val="100000"/>
              <a:defRPr/>
            </a:lvl2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1" name="Footer Placeholder 4">
            <a:extLst>
              <a:ext uri="{FF2B5EF4-FFF2-40B4-BE49-F238E27FC236}">
                <a16:creationId xmlns:a16="http://schemas.microsoft.com/office/drawing/2014/main" id="{F517D8AE-6856-790A-1A84-CC3594A8DEF7}"/>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27720451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標題及物件(左側有視覺)">
    <p:bg>
      <p:bgPr>
        <a:solidFill>
          <a:schemeClr val="bg1"/>
        </a:solidFill>
        <a:effectLst/>
      </p:bgPr>
    </p:bg>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8792293-42CC-09D6-8886-91187D0F6CB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
            <a:ext cx="3447982" cy="6857990"/>
          </a:xfrm>
          <a:prstGeom prst="rect">
            <a:avLst/>
          </a:prstGeom>
        </p:spPr>
      </p:pic>
      <p:pic>
        <p:nvPicPr>
          <p:cNvPr id="13" name="圖片 12">
            <a:extLst>
              <a:ext uri="{FF2B5EF4-FFF2-40B4-BE49-F238E27FC236}">
                <a16:creationId xmlns:a16="http://schemas.microsoft.com/office/drawing/2014/main" id="{6F5FAAC3-035A-42C1-8969-D85F1EE8DE2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grpSp>
        <p:nvGrpSpPr>
          <p:cNvPr id="2" name="群組 1">
            <a:extLst>
              <a:ext uri="{FF2B5EF4-FFF2-40B4-BE49-F238E27FC236}">
                <a16:creationId xmlns:a16="http://schemas.microsoft.com/office/drawing/2014/main" id="{04A0420C-30A5-3EB9-3612-012190AE7412}"/>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6D03B0EC-8DD4-78A2-B9BC-EE6C86395928}"/>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FEDD2AC7-C6E0-552A-E12D-AC43DD2D45E0}"/>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3166F1F7-CF08-B28E-0239-46694E89D34A}"/>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657F645F-E271-8105-008F-6CB7C140610D}"/>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投影片編號版面配置區 4">
            <a:extLst>
              <a:ext uri="{FF2B5EF4-FFF2-40B4-BE49-F238E27FC236}">
                <a16:creationId xmlns:a16="http://schemas.microsoft.com/office/drawing/2014/main" id="{45357353-9DB7-E3DA-161F-21F59FA8BD95}"/>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12" name="文字版面配置區 6">
            <a:extLst>
              <a:ext uri="{FF2B5EF4-FFF2-40B4-BE49-F238E27FC236}">
                <a16:creationId xmlns:a16="http://schemas.microsoft.com/office/drawing/2014/main" id="{41AA666E-1DEE-0AB0-F054-0F0B754F3E89}"/>
              </a:ext>
            </a:extLst>
          </p:cNvPr>
          <p:cNvSpPr>
            <a:spLocks noGrp="1"/>
          </p:cNvSpPr>
          <p:nvPr>
            <p:ph type="body" sz="quarter" idx="13" hasCustomPrompt="1"/>
          </p:nvPr>
        </p:nvSpPr>
        <p:spPr>
          <a:xfrm>
            <a:off x="19491" y="1019208"/>
            <a:ext cx="3355411" cy="723900"/>
          </a:xfrm>
        </p:spPr>
        <p:txBody>
          <a:bodyPr anchor="ctr">
            <a:noAutofit/>
          </a:bodyPr>
          <a:lstStyle>
            <a:lvl1pPr marL="0" indent="0" algn="ctr">
              <a:buFont typeface="Arial" panose="020B0604020202020204" pitchFamily="34" charset="0"/>
              <a:buNone/>
              <a:defRPr lang="zh-TW" altLang="en-US" sz="3600" b="1" kern="1200" dirty="0">
                <a:solidFill>
                  <a:srgbClr val="002060"/>
                </a:solidFill>
                <a:latin typeface="微軟正黑體" panose="020B0604030504040204" pitchFamily="34" charset="-120"/>
                <a:ea typeface="微軟正黑體" panose="020B0604030504040204" pitchFamily="34" charset="-120"/>
                <a:cs typeface="+mj-cs"/>
              </a:defRPr>
            </a:lvl1pPr>
          </a:lstStyle>
          <a:p>
            <a:pPr lvl="0"/>
            <a:r>
              <a:rPr lang="zh-TW" altLang="en-US"/>
              <a:t>編輯標題</a:t>
            </a:r>
          </a:p>
        </p:txBody>
      </p:sp>
      <p:sp>
        <p:nvSpPr>
          <p:cNvPr id="6" name="Text Placeholder 2">
            <a:extLst>
              <a:ext uri="{FF2B5EF4-FFF2-40B4-BE49-F238E27FC236}">
                <a16:creationId xmlns:a16="http://schemas.microsoft.com/office/drawing/2014/main" id="{C4519318-8C5B-1C5D-050E-AB5276C6C1CD}"/>
              </a:ext>
            </a:extLst>
          </p:cNvPr>
          <p:cNvSpPr>
            <a:spLocks noGrp="1"/>
          </p:cNvSpPr>
          <p:nvPr>
            <p:ph idx="1"/>
          </p:nvPr>
        </p:nvSpPr>
        <p:spPr>
          <a:xfrm>
            <a:off x="4295955" y="1019208"/>
            <a:ext cx="5161248" cy="5269449"/>
          </a:xfrm>
          <a:prstGeom prst="rect">
            <a:avLst/>
          </a:prstGeom>
        </p:spPr>
        <p:txBody>
          <a:bodyPr vert="horz" lIns="91440" tIns="45720" rIns="91440" bIns="45720" rtlCol="0">
            <a:normAutofit/>
          </a:bodyPr>
          <a:lstStyle>
            <a:lvl1pPr>
              <a:spcBef>
                <a:spcPts val="1200"/>
              </a:spcBef>
              <a:buSzPct val="100000"/>
              <a:defRPr/>
            </a:lvl1pPr>
            <a:lvl2pPr>
              <a:buSzPct val="100000"/>
              <a:defRPr/>
            </a:lvl2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9" name="Footer Placeholder 4">
            <a:extLst>
              <a:ext uri="{FF2B5EF4-FFF2-40B4-BE49-F238E27FC236}">
                <a16:creationId xmlns:a16="http://schemas.microsoft.com/office/drawing/2014/main" id="{6033DFEC-B333-53FA-32F3-FB9CB235507E}"/>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5248660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標題及物件(左側有視覺)">
    <p:bg>
      <p:bgPr>
        <a:solidFill>
          <a:schemeClr val="bg1"/>
        </a:solidFill>
        <a:effectLst/>
      </p:bgPr>
    </p:bg>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8792293-42CC-09D6-8886-91187D0F6CB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5"/>
            <a:ext cx="3447981" cy="6857990"/>
          </a:xfrm>
          <a:prstGeom prst="rect">
            <a:avLst/>
          </a:prstGeom>
        </p:spPr>
      </p:pic>
      <p:pic>
        <p:nvPicPr>
          <p:cNvPr id="13" name="圖片 12">
            <a:extLst>
              <a:ext uri="{FF2B5EF4-FFF2-40B4-BE49-F238E27FC236}">
                <a16:creationId xmlns:a16="http://schemas.microsoft.com/office/drawing/2014/main" id="{6F5FAAC3-035A-42C1-8969-D85F1EE8DE2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grpSp>
        <p:nvGrpSpPr>
          <p:cNvPr id="2" name="群組 1">
            <a:extLst>
              <a:ext uri="{FF2B5EF4-FFF2-40B4-BE49-F238E27FC236}">
                <a16:creationId xmlns:a16="http://schemas.microsoft.com/office/drawing/2014/main" id="{04A0420C-30A5-3EB9-3612-012190AE7412}"/>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6D03B0EC-8DD4-78A2-B9BC-EE6C86395928}"/>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FEDD2AC7-C6E0-552A-E12D-AC43DD2D45E0}"/>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3166F1F7-CF08-B28E-0239-46694E89D34A}"/>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a:extLst>
                <a:ext uri="{FF2B5EF4-FFF2-40B4-BE49-F238E27FC236}">
                  <a16:creationId xmlns:a16="http://schemas.microsoft.com/office/drawing/2014/main" id="{657F645F-E271-8105-008F-6CB7C140610D}"/>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0" name="投影片編號版面配置區 4">
            <a:extLst>
              <a:ext uri="{FF2B5EF4-FFF2-40B4-BE49-F238E27FC236}">
                <a16:creationId xmlns:a16="http://schemas.microsoft.com/office/drawing/2014/main" id="{45357353-9DB7-E3DA-161F-21F59FA8BD95}"/>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9" name="文字版面配置區 6">
            <a:extLst>
              <a:ext uri="{FF2B5EF4-FFF2-40B4-BE49-F238E27FC236}">
                <a16:creationId xmlns:a16="http://schemas.microsoft.com/office/drawing/2014/main" id="{145F0D3D-9432-22C9-827B-11536DD732B1}"/>
              </a:ext>
            </a:extLst>
          </p:cNvPr>
          <p:cNvSpPr>
            <a:spLocks noGrp="1"/>
          </p:cNvSpPr>
          <p:nvPr>
            <p:ph type="body" sz="quarter" idx="13" hasCustomPrompt="1"/>
          </p:nvPr>
        </p:nvSpPr>
        <p:spPr>
          <a:xfrm>
            <a:off x="19491" y="1019208"/>
            <a:ext cx="3355411" cy="723900"/>
          </a:xfrm>
        </p:spPr>
        <p:txBody>
          <a:bodyPr anchor="ctr">
            <a:noAutofit/>
          </a:bodyPr>
          <a:lstStyle>
            <a:lvl1pPr marL="0" indent="0" algn="ctr">
              <a:buNone/>
              <a:defRPr lang="zh-TW" altLang="en-US" sz="3600" b="1" kern="1200" dirty="0">
                <a:solidFill>
                  <a:schemeClr val="bg1"/>
                </a:solidFill>
                <a:latin typeface="微軟正黑體" panose="020B0604030504040204" pitchFamily="34" charset="-120"/>
                <a:ea typeface="微軟正黑體" panose="020B0604030504040204" pitchFamily="34" charset="-120"/>
                <a:cs typeface="+mj-cs"/>
              </a:defRPr>
            </a:lvl1pPr>
          </a:lstStyle>
          <a:p>
            <a:pPr lvl="0"/>
            <a:r>
              <a:rPr lang="zh-TW" altLang="en-US"/>
              <a:t>編輯標題</a:t>
            </a:r>
          </a:p>
        </p:txBody>
      </p:sp>
      <p:sp>
        <p:nvSpPr>
          <p:cNvPr id="6" name="Text Placeholder 2">
            <a:extLst>
              <a:ext uri="{FF2B5EF4-FFF2-40B4-BE49-F238E27FC236}">
                <a16:creationId xmlns:a16="http://schemas.microsoft.com/office/drawing/2014/main" id="{3D646F4D-9B17-BF00-6435-6FB9EBE897A7}"/>
              </a:ext>
            </a:extLst>
          </p:cNvPr>
          <p:cNvSpPr>
            <a:spLocks noGrp="1"/>
          </p:cNvSpPr>
          <p:nvPr>
            <p:ph idx="1"/>
          </p:nvPr>
        </p:nvSpPr>
        <p:spPr>
          <a:xfrm>
            <a:off x="4295955" y="1019208"/>
            <a:ext cx="5161248" cy="5269449"/>
          </a:xfrm>
          <a:prstGeom prst="rect">
            <a:avLst/>
          </a:prstGeom>
        </p:spPr>
        <p:txBody>
          <a:bodyPr vert="horz" lIns="91440" tIns="45720" rIns="91440" bIns="45720" rtlCol="0">
            <a:normAutofit/>
          </a:bodyPr>
          <a:lstStyle>
            <a:lvl1pPr>
              <a:spcBef>
                <a:spcPts val="1200"/>
              </a:spcBef>
              <a:buSzPct val="100000"/>
              <a:defRPr/>
            </a:lvl1pPr>
            <a:lvl2pPr>
              <a:buSzPct val="100000"/>
              <a:defRPr/>
            </a:lvl2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1" name="Footer Placeholder 4">
            <a:extLst>
              <a:ext uri="{FF2B5EF4-FFF2-40B4-BE49-F238E27FC236}">
                <a16:creationId xmlns:a16="http://schemas.microsoft.com/office/drawing/2014/main" id="{67814E04-6CDA-D4DD-38E5-552E28046B68}"/>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40409561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章節標題-右下sloga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74891" y="2262908"/>
            <a:ext cx="6563762" cy="916225"/>
          </a:xfrm>
        </p:spPr>
        <p:txBody>
          <a:bodyPr anchor="ctr">
            <a:noAutofit/>
          </a:bodyPr>
          <a:lstStyle>
            <a:lvl1pPr algn="ctr">
              <a:defRPr sz="4000" b="1">
                <a:solidFill>
                  <a:schemeClr val="tx1"/>
                </a:solidFill>
              </a:defRPr>
            </a:lvl1pPr>
          </a:lstStyle>
          <a:p>
            <a:r>
              <a:rPr lang="zh-TW" altLang="en-US"/>
              <a:t>編輯標題</a:t>
            </a:r>
            <a:endParaRPr lang="en-US"/>
          </a:p>
        </p:txBody>
      </p:sp>
      <p:sp>
        <p:nvSpPr>
          <p:cNvPr id="8" name="內容版面配置區 7">
            <a:extLst>
              <a:ext uri="{FF2B5EF4-FFF2-40B4-BE49-F238E27FC236}">
                <a16:creationId xmlns:a16="http://schemas.microsoft.com/office/drawing/2014/main" id="{7CEFDCE7-830F-4E23-83DA-B067209372FA}"/>
              </a:ext>
            </a:extLst>
          </p:cNvPr>
          <p:cNvSpPr>
            <a:spLocks noGrp="1"/>
          </p:cNvSpPr>
          <p:nvPr>
            <p:ph sz="quarter" idx="12" hasCustomPrompt="1"/>
          </p:nvPr>
        </p:nvSpPr>
        <p:spPr>
          <a:xfrm>
            <a:off x="3184877" y="3743270"/>
            <a:ext cx="3657206" cy="927100"/>
          </a:xfrm>
        </p:spPr>
        <p:txBody>
          <a:bodyPr>
            <a:normAutofit/>
          </a:bodyPr>
          <a:lstStyle>
            <a:lvl1pPr>
              <a:defRPr sz="2000"/>
            </a:lvl1pPr>
          </a:lstStyle>
          <a:p>
            <a:pPr lvl="0"/>
            <a:r>
              <a:rPr lang="zh-TW" altLang="en-US"/>
              <a:t>副標題</a:t>
            </a:r>
          </a:p>
        </p:txBody>
      </p:sp>
      <p:sp>
        <p:nvSpPr>
          <p:cNvPr id="17" name="矩形 16">
            <a:extLst>
              <a:ext uri="{FF2B5EF4-FFF2-40B4-BE49-F238E27FC236}">
                <a16:creationId xmlns:a16="http://schemas.microsoft.com/office/drawing/2014/main" id="{B4596176-AA7A-9DCA-87A7-368B4AF9FD43}"/>
              </a:ext>
            </a:extLst>
          </p:cNvPr>
          <p:cNvSpPr/>
          <p:nvPr userDrawn="1"/>
        </p:nvSpPr>
        <p:spPr>
          <a:xfrm>
            <a:off x="3191072" y="3429000"/>
            <a:ext cx="3657206" cy="45719"/>
          </a:xfrm>
          <a:prstGeom prst="rect">
            <a:avLst/>
          </a:prstGeom>
          <a:solidFill>
            <a:srgbClr val="117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6" name="圖片 5">
            <a:extLst>
              <a:ext uri="{FF2B5EF4-FFF2-40B4-BE49-F238E27FC236}">
                <a16:creationId xmlns:a16="http://schemas.microsoft.com/office/drawing/2014/main" id="{DB327778-3A2F-A865-248E-5B71B8BD4C0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sp>
        <p:nvSpPr>
          <p:cNvPr id="7" name="投影片編號版面配置區 4">
            <a:extLst>
              <a:ext uri="{FF2B5EF4-FFF2-40B4-BE49-F238E27FC236}">
                <a16:creationId xmlns:a16="http://schemas.microsoft.com/office/drawing/2014/main" id="{0EAEBD74-F2E2-BCC7-3319-E64F3FE2A7B7}"/>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pic>
        <p:nvPicPr>
          <p:cNvPr id="9" name="圖片 8" descr="一張含有 螢幕擷取畫面, 行, 鮮豔, 光線 的圖片&#10;&#10;自動產生的描述">
            <a:extLst>
              <a:ext uri="{FF2B5EF4-FFF2-40B4-BE49-F238E27FC236}">
                <a16:creationId xmlns:a16="http://schemas.microsoft.com/office/drawing/2014/main" id="{202DC15B-1B56-DC19-6377-01FEFDD918D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0800000">
            <a:off x="6315344" y="96382"/>
            <a:ext cx="3590653" cy="826331"/>
          </a:xfrm>
          <a:prstGeom prst="rect">
            <a:avLst/>
          </a:prstGeom>
        </p:spPr>
      </p:pic>
      <p:pic>
        <p:nvPicPr>
          <p:cNvPr id="10" name="圖片 9" descr="一張含有 螢幕擷取畫面, 行, 鮮豔, 光線 的圖片&#10;&#10;自動產生的描述">
            <a:extLst>
              <a:ext uri="{FF2B5EF4-FFF2-40B4-BE49-F238E27FC236}">
                <a16:creationId xmlns:a16="http://schemas.microsoft.com/office/drawing/2014/main" id="{9EC70752-360D-D159-05DD-A0C5CB7EB07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5820279"/>
            <a:ext cx="3873260" cy="824789"/>
          </a:xfrm>
          <a:prstGeom prst="rect">
            <a:avLst/>
          </a:prstGeom>
        </p:spPr>
      </p:pic>
      <p:sp>
        <p:nvSpPr>
          <p:cNvPr id="3" name="Footer Placeholder 4">
            <a:extLst>
              <a:ext uri="{FF2B5EF4-FFF2-40B4-BE49-F238E27FC236}">
                <a16:creationId xmlns:a16="http://schemas.microsoft.com/office/drawing/2014/main" id="{ABEF209B-33A4-75A3-788D-468EC603ABFB}"/>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15315331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章節標題-右下icon">
    <p:bg>
      <p:bgPr>
        <a:solidFill>
          <a:schemeClr val="bg1"/>
        </a:solidFill>
        <a:effectLst/>
      </p:bgPr>
    </p:bg>
    <p:spTree>
      <p:nvGrpSpPr>
        <p:cNvPr id="1" name=""/>
        <p:cNvGrpSpPr/>
        <p:nvPr/>
      </p:nvGrpSpPr>
      <p:grpSpPr>
        <a:xfrm>
          <a:off x="0" y="0"/>
          <a:ext cx="0" cy="0"/>
          <a:chOff x="0" y="0"/>
          <a:chExt cx="0" cy="0"/>
        </a:xfrm>
      </p:grpSpPr>
      <p:pic>
        <p:nvPicPr>
          <p:cNvPr id="3" name="圖片 2" descr="一張含有 螢幕擷取畫面, 行, 鮮豔, 光線 的圖片&#10;&#10;自動產生的描述">
            <a:extLst>
              <a:ext uri="{FF2B5EF4-FFF2-40B4-BE49-F238E27FC236}">
                <a16:creationId xmlns:a16="http://schemas.microsoft.com/office/drawing/2014/main" id="{75AEFFD7-8F10-4EC3-9B70-F08D936548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820279"/>
            <a:ext cx="3873260" cy="824789"/>
          </a:xfrm>
          <a:prstGeom prst="rect">
            <a:avLst/>
          </a:prstGeom>
        </p:spPr>
      </p:pic>
      <p:sp>
        <p:nvSpPr>
          <p:cNvPr id="2" name="Title 1"/>
          <p:cNvSpPr>
            <a:spLocks noGrp="1"/>
          </p:cNvSpPr>
          <p:nvPr>
            <p:ph type="title" hasCustomPrompt="1"/>
          </p:nvPr>
        </p:nvSpPr>
        <p:spPr>
          <a:xfrm>
            <a:off x="1674891" y="2262908"/>
            <a:ext cx="6563762" cy="916225"/>
          </a:xfrm>
        </p:spPr>
        <p:txBody>
          <a:bodyPr anchor="ctr">
            <a:noAutofit/>
          </a:bodyPr>
          <a:lstStyle>
            <a:lvl1pPr algn="ctr">
              <a:defRPr sz="4000" b="1">
                <a:solidFill>
                  <a:schemeClr val="tx1"/>
                </a:solidFill>
              </a:defRPr>
            </a:lvl1pPr>
          </a:lstStyle>
          <a:p>
            <a:r>
              <a:rPr lang="zh-TW" altLang="en-US"/>
              <a:t>編輯標題</a:t>
            </a:r>
            <a:endParaRPr lang="en-US"/>
          </a:p>
        </p:txBody>
      </p:sp>
      <p:sp>
        <p:nvSpPr>
          <p:cNvPr id="8" name="內容版面配置區 7">
            <a:extLst>
              <a:ext uri="{FF2B5EF4-FFF2-40B4-BE49-F238E27FC236}">
                <a16:creationId xmlns:a16="http://schemas.microsoft.com/office/drawing/2014/main" id="{7CEFDCE7-830F-4E23-83DA-B067209372FA}"/>
              </a:ext>
            </a:extLst>
          </p:cNvPr>
          <p:cNvSpPr>
            <a:spLocks noGrp="1"/>
          </p:cNvSpPr>
          <p:nvPr>
            <p:ph sz="quarter" idx="12" hasCustomPrompt="1"/>
          </p:nvPr>
        </p:nvSpPr>
        <p:spPr>
          <a:xfrm>
            <a:off x="3184877" y="3743270"/>
            <a:ext cx="3657206" cy="927100"/>
          </a:xfrm>
        </p:spPr>
        <p:txBody>
          <a:bodyPr>
            <a:normAutofit/>
          </a:bodyPr>
          <a:lstStyle>
            <a:lvl1pPr>
              <a:defRPr sz="2000"/>
            </a:lvl1pPr>
          </a:lstStyle>
          <a:p>
            <a:pPr lvl="0"/>
            <a:r>
              <a:rPr lang="zh-TW" altLang="en-US"/>
              <a:t>副標題</a:t>
            </a:r>
          </a:p>
        </p:txBody>
      </p:sp>
      <p:sp>
        <p:nvSpPr>
          <p:cNvPr id="17" name="矩形 16">
            <a:extLst>
              <a:ext uri="{FF2B5EF4-FFF2-40B4-BE49-F238E27FC236}">
                <a16:creationId xmlns:a16="http://schemas.microsoft.com/office/drawing/2014/main" id="{B4596176-AA7A-9DCA-87A7-368B4AF9FD43}"/>
              </a:ext>
            </a:extLst>
          </p:cNvPr>
          <p:cNvSpPr/>
          <p:nvPr userDrawn="1"/>
        </p:nvSpPr>
        <p:spPr>
          <a:xfrm>
            <a:off x="3191072" y="3429000"/>
            <a:ext cx="3657206" cy="45719"/>
          </a:xfrm>
          <a:prstGeom prst="rect">
            <a:avLst/>
          </a:prstGeom>
          <a:solidFill>
            <a:srgbClr val="117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6" name="圖片 5">
            <a:extLst>
              <a:ext uri="{FF2B5EF4-FFF2-40B4-BE49-F238E27FC236}">
                <a16:creationId xmlns:a16="http://schemas.microsoft.com/office/drawing/2014/main" id="{79416347-0C41-BE54-CD2E-BBF38F02F9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sp>
        <p:nvSpPr>
          <p:cNvPr id="7" name="投影片編號版面配置區 4">
            <a:extLst>
              <a:ext uri="{FF2B5EF4-FFF2-40B4-BE49-F238E27FC236}">
                <a16:creationId xmlns:a16="http://schemas.microsoft.com/office/drawing/2014/main" id="{3D421EFF-DBF1-4598-A3CC-671F6ED9B43F}"/>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pic>
        <p:nvPicPr>
          <p:cNvPr id="9" name="圖片 8" descr="一張含有 螢幕擷取畫面, 行, 鮮豔, 光線 的圖片&#10;&#10;自動產生的描述">
            <a:extLst>
              <a:ext uri="{FF2B5EF4-FFF2-40B4-BE49-F238E27FC236}">
                <a16:creationId xmlns:a16="http://schemas.microsoft.com/office/drawing/2014/main" id="{3AD9A452-B5F9-B6E3-7601-ED5EA9CDD2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6315344" y="96382"/>
            <a:ext cx="3590653" cy="826331"/>
          </a:xfrm>
          <a:prstGeom prst="rect">
            <a:avLst/>
          </a:prstGeom>
        </p:spPr>
      </p:pic>
      <p:sp>
        <p:nvSpPr>
          <p:cNvPr id="5" name="Footer Placeholder 4">
            <a:extLst>
              <a:ext uri="{FF2B5EF4-FFF2-40B4-BE49-F238E27FC236}">
                <a16:creationId xmlns:a16="http://schemas.microsoft.com/office/drawing/2014/main" id="{E45E5D86-6A99-A06D-5433-BAF59DE9CF5F}"/>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22135431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6_章節標題(深色)-右下icon">
    <p:bg>
      <p:bgPr>
        <a:solidFill>
          <a:schemeClr val="bg1"/>
        </a:solidFill>
        <a:effectLst/>
      </p:bgPr>
    </p:bg>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C4610C79-BD6C-0858-1786-0AFF64729B8A}"/>
              </a:ext>
            </a:extLst>
          </p:cNvPr>
          <p:cNvSpPr/>
          <p:nvPr userDrawn="1"/>
        </p:nvSpPr>
        <p:spPr>
          <a:xfrm>
            <a:off x="0" y="0"/>
            <a:ext cx="9906000" cy="6858000"/>
          </a:xfrm>
          <a:prstGeom prst="rect">
            <a:avLst/>
          </a:prstGeom>
          <a:solidFill>
            <a:srgbClr val="0B28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 name="圖片 2" descr="一張含有 螢幕擷取畫面, 行, 鮮豔, 光線 的圖片&#10;&#10;自動產生的描述">
            <a:extLst>
              <a:ext uri="{FF2B5EF4-FFF2-40B4-BE49-F238E27FC236}">
                <a16:creationId xmlns:a16="http://schemas.microsoft.com/office/drawing/2014/main" id="{75AEFFD7-8F10-4EC3-9B70-F08D936548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820279"/>
            <a:ext cx="3873260" cy="824789"/>
          </a:xfrm>
          <a:prstGeom prst="rect">
            <a:avLst/>
          </a:prstGeom>
        </p:spPr>
      </p:pic>
      <p:sp>
        <p:nvSpPr>
          <p:cNvPr id="2" name="Title 1"/>
          <p:cNvSpPr>
            <a:spLocks noGrp="1"/>
          </p:cNvSpPr>
          <p:nvPr>
            <p:ph type="title" hasCustomPrompt="1"/>
          </p:nvPr>
        </p:nvSpPr>
        <p:spPr>
          <a:xfrm>
            <a:off x="1674891" y="2262908"/>
            <a:ext cx="6563762" cy="916225"/>
          </a:xfrm>
        </p:spPr>
        <p:txBody>
          <a:bodyPr anchor="ctr">
            <a:noAutofit/>
          </a:bodyPr>
          <a:lstStyle>
            <a:lvl1pPr algn="ctr">
              <a:defRPr sz="4000" b="1">
                <a:solidFill>
                  <a:schemeClr val="bg1"/>
                </a:solidFill>
              </a:defRPr>
            </a:lvl1pPr>
          </a:lstStyle>
          <a:p>
            <a:r>
              <a:rPr lang="zh-TW" altLang="en-US"/>
              <a:t>編輯標題</a:t>
            </a:r>
            <a:endParaRPr lang="en-US"/>
          </a:p>
        </p:txBody>
      </p:sp>
      <p:sp>
        <p:nvSpPr>
          <p:cNvPr id="8" name="內容版面配置區 7">
            <a:extLst>
              <a:ext uri="{FF2B5EF4-FFF2-40B4-BE49-F238E27FC236}">
                <a16:creationId xmlns:a16="http://schemas.microsoft.com/office/drawing/2014/main" id="{7CEFDCE7-830F-4E23-83DA-B067209372FA}"/>
              </a:ext>
            </a:extLst>
          </p:cNvPr>
          <p:cNvSpPr>
            <a:spLocks noGrp="1"/>
          </p:cNvSpPr>
          <p:nvPr>
            <p:ph sz="quarter" idx="12" hasCustomPrompt="1"/>
          </p:nvPr>
        </p:nvSpPr>
        <p:spPr>
          <a:xfrm>
            <a:off x="3184877" y="3743270"/>
            <a:ext cx="3657206" cy="927100"/>
          </a:xfrm>
        </p:spPr>
        <p:txBody>
          <a:bodyPr>
            <a:normAutofit/>
          </a:bodyPr>
          <a:lstStyle>
            <a:lvl1pPr>
              <a:defRPr sz="2000">
                <a:solidFill>
                  <a:schemeClr val="bg1"/>
                </a:solidFill>
              </a:defRPr>
            </a:lvl1pPr>
          </a:lstStyle>
          <a:p>
            <a:pPr lvl="0"/>
            <a:r>
              <a:rPr lang="zh-TW" altLang="en-US"/>
              <a:t>副標題</a:t>
            </a:r>
          </a:p>
        </p:txBody>
      </p:sp>
      <p:sp>
        <p:nvSpPr>
          <p:cNvPr id="17" name="矩形 16">
            <a:extLst>
              <a:ext uri="{FF2B5EF4-FFF2-40B4-BE49-F238E27FC236}">
                <a16:creationId xmlns:a16="http://schemas.microsoft.com/office/drawing/2014/main" id="{B4596176-AA7A-9DCA-87A7-368B4AF9FD43}"/>
              </a:ext>
            </a:extLst>
          </p:cNvPr>
          <p:cNvSpPr/>
          <p:nvPr userDrawn="1"/>
        </p:nvSpPr>
        <p:spPr>
          <a:xfrm>
            <a:off x="3191072" y="3429000"/>
            <a:ext cx="3657206" cy="45719"/>
          </a:xfrm>
          <a:prstGeom prst="rect">
            <a:avLst/>
          </a:prstGeom>
          <a:solidFill>
            <a:srgbClr val="117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6" name="圖片 5">
            <a:extLst>
              <a:ext uri="{FF2B5EF4-FFF2-40B4-BE49-F238E27FC236}">
                <a16:creationId xmlns:a16="http://schemas.microsoft.com/office/drawing/2014/main" id="{79416347-0C41-BE54-CD2E-BBF38F02F9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sp>
        <p:nvSpPr>
          <p:cNvPr id="7" name="投影片編號版面配置區 4">
            <a:extLst>
              <a:ext uri="{FF2B5EF4-FFF2-40B4-BE49-F238E27FC236}">
                <a16:creationId xmlns:a16="http://schemas.microsoft.com/office/drawing/2014/main" id="{3D421EFF-DBF1-4598-A3CC-671F6ED9B43F}"/>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bg1"/>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pic>
        <p:nvPicPr>
          <p:cNvPr id="9" name="圖片 8" descr="一張含有 螢幕擷取畫面, 行, 鮮豔, 光線 的圖片&#10;&#10;自動產生的描述">
            <a:extLst>
              <a:ext uri="{FF2B5EF4-FFF2-40B4-BE49-F238E27FC236}">
                <a16:creationId xmlns:a16="http://schemas.microsoft.com/office/drawing/2014/main" id="{3AD9A452-B5F9-B6E3-7601-ED5EA9CDD2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6315344" y="96382"/>
            <a:ext cx="3590653" cy="826331"/>
          </a:xfrm>
          <a:prstGeom prst="rect">
            <a:avLst/>
          </a:prstGeom>
        </p:spPr>
      </p:pic>
      <p:sp>
        <p:nvSpPr>
          <p:cNvPr id="10" name="Footer Placeholder 4">
            <a:extLst>
              <a:ext uri="{FF2B5EF4-FFF2-40B4-BE49-F238E27FC236}">
                <a16:creationId xmlns:a16="http://schemas.microsoft.com/office/drawing/2014/main" id="{745BC2E6-4113-3C2C-6BDC-76EEFF564BB3}"/>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2728902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7_標題及物件-水平線-右下slogan">
    <p:bg>
      <p:bgPr>
        <a:solidFill>
          <a:schemeClr val="bg1"/>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C10E29D9-C0EC-4310-9260-2A2AB895A993}"/>
              </a:ext>
            </a:extLst>
          </p:cNvPr>
          <p:cNvSpPr>
            <a:spLocks noGrp="1"/>
          </p:cNvSpPr>
          <p:nvPr>
            <p:ph idx="1"/>
          </p:nvPr>
        </p:nvSpPr>
        <p:spPr>
          <a:xfrm>
            <a:off x="886691" y="1415306"/>
            <a:ext cx="7965380" cy="4489513"/>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24" name="Title Placeholder 1">
            <a:extLst>
              <a:ext uri="{FF2B5EF4-FFF2-40B4-BE49-F238E27FC236}">
                <a16:creationId xmlns:a16="http://schemas.microsoft.com/office/drawing/2014/main" id="{B2EC939F-FB4A-49B6-BD15-693CECC66C94}"/>
              </a:ext>
            </a:extLst>
          </p:cNvPr>
          <p:cNvSpPr>
            <a:spLocks noGrp="1"/>
          </p:cNvSpPr>
          <p:nvPr>
            <p:ph type="title"/>
          </p:nvPr>
        </p:nvSpPr>
        <p:spPr>
          <a:xfrm>
            <a:off x="1164771" y="392328"/>
            <a:ext cx="7402286" cy="686196"/>
          </a:xfrm>
          <a:prstGeom prst="rect">
            <a:avLst/>
          </a:prstGeom>
        </p:spPr>
        <p:txBody>
          <a:bodyPr vert="horz" lIns="91440" tIns="45720" rIns="91440" bIns="45720" rtlCol="0" anchor="ctr">
            <a:normAutofit/>
          </a:bodyPr>
          <a:lstStyle/>
          <a:p>
            <a:endParaRPr lang="en-US"/>
          </a:p>
        </p:txBody>
      </p:sp>
      <p:sp>
        <p:nvSpPr>
          <p:cNvPr id="3" name="矩形 2">
            <a:extLst>
              <a:ext uri="{FF2B5EF4-FFF2-40B4-BE49-F238E27FC236}">
                <a16:creationId xmlns:a16="http://schemas.microsoft.com/office/drawing/2014/main" id="{A8F92882-9022-2FFC-994D-EF4F1C0073BB}"/>
              </a:ext>
            </a:extLst>
          </p:cNvPr>
          <p:cNvSpPr/>
          <p:nvPr userDrawn="1"/>
        </p:nvSpPr>
        <p:spPr>
          <a:xfrm>
            <a:off x="1164770" y="1229146"/>
            <a:ext cx="7478897" cy="45719"/>
          </a:xfrm>
          <a:prstGeom prst="rect">
            <a:avLst/>
          </a:prstGeom>
          <a:solidFill>
            <a:srgbClr val="117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圖片 4">
            <a:extLst>
              <a:ext uri="{FF2B5EF4-FFF2-40B4-BE49-F238E27FC236}">
                <a16:creationId xmlns:a16="http://schemas.microsoft.com/office/drawing/2014/main" id="{C91FA87E-25EC-A152-FEC7-7A0FCCBDE2F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sp>
        <p:nvSpPr>
          <p:cNvPr id="4" name="投影片編號版面配置區 4">
            <a:extLst>
              <a:ext uri="{FF2B5EF4-FFF2-40B4-BE49-F238E27FC236}">
                <a16:creationId xmlns:a16="http://schemas.microsoft.com/office/drawing/2014/main" id="{AF0B8B78-90C9-C745-C593-DA6A32758CB3}"/>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6" name="Footer Placeholder 4">
            <a:extLst>
              <a:ext uri="{FF2B5EF4-FFF2-40B4-BE49-F238E27FC236}">
                <a16:creationId xmlns:a16="http://schemas.microsoft.com/office/drawing/2014/main" id="{1880037B-F99C-A3BA-9127-91A91B048953}"/>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725860036"/>
      </p:ext>
    </p:extLst>
  </p:cSld>
  <p:clrMapOvr>
    <a:masterClrMapping/>
  </p:clrMapOvr>
  <p:extLst>
    <p:ext uri="{DCECCB84-F9BA-43D5-87BE-67443E8EF086}">
      <p15:sldGuideLst xmlns:p15="http://schemas.microsoft.com/office/powerpoint/2012/main">
        <p15:guide id="1" orient="horz" pos="754" userDrawn="1">
          <p15:clr>
            <a:srgbClr val="FBAE40"/>
          </p15:clr>
        </p15:guide>
        <p15:guide id="2" pos="312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8_標題及物件-無水平線-右下icon">
    <p:bg>
      <p:bgPr>
        <a:solidFill>
          <a:schemeClr val="bg1"/>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C10E29D9-C0EC-4310-9260-2A2AB895A993}"/>
              </a:ext>
            </a:extLst>
          </p:cNvPr>
          <p:cNvSpPr>
            <a:spLocks noGrp="1"/>
          </p:cNvSpPr>
          <p:nvPr>
            <p:ph idx="1"/>
          </p:nvPr>
        </p:nvSpPr>
        <p:spPr>
          <a:xfrm>
            <a:off x="886691" y="1415306"/>
            <a:ext cx="7965380" cy="4489513"/>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24" name="Title Placeholder 1">
            <a:extLst>
              <a:ext uri="{FF2B5EF4-FFF2-40B4-BE49-F238E27FC236}">
                <a16:creationId xmlns:a16="http://schemas.microsoft.com/office/drawing/2014/main" id="{B2EC939F-FB4A-49B6-BD15-693CECC66C94}"/>
              </a:ext>
            </a:extLst>
          </p:cNvPr>
          <p:cNvSpPr>
            <a:spLocks noGrp="1"/>
          </p:cNvSpPr>
          <p:nvPr>
            <p:ph type="title"/>
          </p:nvPr>
        </p:nvSpPr>
        <p:spPr>
          <a:xfrm>
            <a:off x="1164771" y="392328"/>
            <a:ext cx="7402286" cy="686196"/>
          </a:xfrm>
          <a:prstGeom prst="rect">
            <a:avLst/>
          </a:prstGeom>
        </p:spPr>
        <p:txBody>
          <a:bodyPr vert="horz" lIns="91440" tIns="45720" rIns="91440" bIns="45720" rtlCol="0" anchor="ctr">
            <a:normAutofit/>
          </a:bodyPr>
          <a:lstStyle/>
          <a:p>
            <a:endParaRPr lang="en-US"/>
          </a:p>
        </p:txBody>
      </p:sp>
      <p:pic>
        <p:nvPicPr>
          <p:cNvPr id="4" name="圖片 3">
            <a:extLst>
              <a:ext uri="{FF2B5EF4-FFF2-40B4-BE49-F238E27FC236}">
                <a16:creationId xmlns:a16="http://schemas.microsoft.com/office/drawing/2014/main" id="{A69B6925-513D-A5A2-306B-2A9762FB46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sp>
        <p:nvSpPr>
          <p:cNvPr id="3" name="矩形 2">
            <a:extLst>
              <a:ext uri="{FF2B5EF4-FFF2-40B4-BE49-F238E27FC236}">
                <a16:creationId xmlns:a16="http://schemas.microsoft.com/office/drawing/2014/main" id="{4ACAB444-8BE8-72D7-ED8B-977E5D866713}"/>
              </a:ext>
            </a:extLst>
          </p:cNvPr>
          <p:cNvSpPr/>
          <p:nvPr userDrawn="1"/>
        </p:nvSpPr>
        <p:spPr>
          <a:xfrm>
            <a:off x="1164770" y="1229146"/>
            <a:ext cx="7478897" cy="45719"/>
          </a:xfrm>
          <a:prstGeom prst="rect">
            <a:avLst/>
          </a:prstGeom>
          <a:solidFill>
            <a:srgbClr val="117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投影片編號版面配置區 4">
            <a:extLst>
              <a:ext uri="{FF2B5EF4-FFF2-40B4-BE49-F238E27FC236}">
                <a16:creationId xmlns:a16="http://schemas.microsoft.com/office/drawing/2014/main" id="{53C2A854-318F-B57D-25A1-867A263BDC8A}"/>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6" name="Footer Placeholder 4">
            <a:extLst>
              <a:ext uri="{FF2B5EF4-FFF2-40B4-BE49-F238E27FC236}">
                <a16:creationId xmlns:a16="http://schemas.microsoft.com/office/drawing/2014/main" id="{100CD553-9096-A28D-26BE-99055079838D}"/>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2728622366"/>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9_標題及物件-水平線(深色)-右下icon">
    <p:bg>
      <p:bgPr>
        <a:solidFill>
          <a:schemeClr val="bg1"/>
        </a:solidFill>
        <a:effectLst/>
      </p:bgPr>
    </p:bg>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2BF1D648-C03B-F4C0-24DD-5476DBDA740D}"/>
              </a:ext>
            </a:extLst>
          </p:cNvPr>
          <p:cNvSpPr/>
          <p:nvPr userDrawn="1"/>
        </p:nvSpPr>
        <p:spPr>
          <a:xfrm>
            <a:off x="0" y="0"/>
            <a:ext cx="9906000" cy="6858000"/>
          </a:xfrm>
          <a:prstGeom prst="rect">
            <a:avLst/>
          </a:prstGeom>
          <a:solidFill>
            <a:srgbClr val="0B28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bg1"/>
              </a:solidFill>
            </a:endParaRPr>
          </a:p>
        </p:txBody>
      </p:sp>
      <p:sp>
        <p:nvSpPr>
          <p:cNvPr id="20" name="Text Placeholder 2">
            <a:extLst>
              <a:ext uri="{FF2B5EF4-FFF2-40B4-BE49-F238E27FC236}">
                <a16:creationId xmlns:a16="http://schemas.microsoft.com/office/drawing/2014/main" id="{C10E29D9-C0EC-4310-9260-2A2AB895A993}"/>
              </a:ext>
            </a:extLst>
          </p:cNvPr>
          <p:cNvSpPr>
            <a:spLocks noGrp="1"/>
          </p:cNvSpPr>
          <p:nvPr>
            <p:ph idx="1"/>
          </p:nvPr>
        </p:nvSpPr>
        <p:spPr>
          <a:xfrm>
            <a:off x="886691" y="1415306"/>
            <a:ext cx="7965380" cy="4489513"/>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24" name="Title Placeholder 1">
            <a:extLst>
              <a:ext uri="{FF2B5EF4-FFF2-40B4-BE49-F238E27FC236}">
                <a16:creationId xmlns:a16="http://schemas.microsoft.com/office/drawing/2014/main" id="{B2EC939F-FB4A-49B6-BD15-693CECC66C94}"/>
              </a:ext>
            </a:extLst>
          </p:cNvPr>
          <p:cNvSpPr>
            <a:spLocks noGrp="1"/>
          </p:cNvSpPr>
          <p:nvPr>
            <p:ph type="title"/>
          </p:nvPr>
        </p:nvSpPr>
        <p:spPr>
          <a:xfrm>
            <a:off x="1164771" y="392328"/>
            <a:ext cx="7402286" cy="686196"/>
          </a:xfrm>
          <a:prstGeom prst="rect">
            <a:avLst/>
          </a:prstGeom>
        </p:spPr>
        <p:txBody>
          <a:bodyPr vert="horz" lIns="91440" tIns="45720" rIns="91440" bIns="45720" rtlCol="0" anchor="ctr">
            <a:normAutofit/>
          </a:bodyPr>
          <a:lstStyle>
            <a:lvl1pPr>
              <a:defRPr>
                <a:solidFill>
                  <a:schemeClr val="bg1"/>
                </a:solidFill>
              </a:defRPr>
            </a:lvl1pPr>
          </a:lstStyle>
          <a:p>
            <a:endParaRPr lang="en-US"/>
          </a:p>
        </p:txBody>
      </p:sp>
      <p:pic>
        <p:nvPicPr>
          <p:cNvPr id="4" name="圖片 3">
            <a:extLst>
              <a:ext uri="{FF2B5EF4-FFF2-40B4-BE49-F238E27FC236}">
                <a16:creationId xmlns:a16="http://schemas.microsoft.com/office/drawing/2014/main" id="{A69B6925-513D-A5A2-306B-2A9762FB46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sp>
        <p:nvSpPr>
          <p:cNvPr id="3" name="矩形 2">
            <a:extLst>
              <a:ext uri="{FF2B5EF4-FFF2-40B4-BE49-F238E27FC236}">
                <a16:creationId xmlns:a16="http://schemas.microsoft.com/office/drawing/2014/main" id="{4ACAB444-8BE8-72D7-ED8B-977E5D866713}"/>
              </a:ext>
            </a:extLst>
          </p:cNvPr>
          <p:cNvSpPr/>
          <p:nvPr userDrawn="1"/>
        </p:nvSpPr>
        <p:spPr>
          <a:xfrm>
            <a:off x="1164770" y="1229146"/>
            <a:ext cx="7478897" cy="45719"/>
          </a:xfrm>
          <a:prstGeom prst="rect">
            <a:avLst/>
          </a:prstGeom>
          <a:solidFill>
            <a:srgbClr val="117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投影片編號版面配置區 4">
            <a:extLst>
              <a:ext uri="{FF2B5EF4-FFF2-40B4-BE49-F238E27FC236}">
                <a16:creationId xmlns:a16="http://schemas.microsoft.com/office/drawing/2014/main" id="{53C2A854-318F-B57D-25A1-867A263BDC8A}"/>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bg1"/>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7" name="Footer Placeholder 4">
            <a:extLst>
              <a:ext uri="{FF2B5EF4-FFF2-40B4-BE49-F238E27FC236}">
                <a16:creationId xmlns:a16="http://schemas.microsoft.com/office/drawing/2014/main" id="{4B3CB312-6C1A-06DE-A874-6E43951EC0A0}"/>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43531685"/>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0_標題及物件-水平線-右下slogan">
    <p:bg>
      <p:bgPr>
        <a:solidFill>
          <a:schemeClr val="bg1"/>
        </a:solidFill>
        <a:effectLst/>
      </p:bgPr>
    </p:bg>
    <p:spTree>
      <p:nvGrpSpPr>
        <p:cNvPr id="1" name=""/>
        <p:cNvGrpSpPr/>
        <p:nvPr/>
      </p:nvGrpSpPr>
      <p:grpSpPr>
        <a:xfrm>
          <a:off x="0" y="0"/>
          <a:ext cx="0" cy="0"/>
          <a:chOff x="0" y="0"/>
          <a:chExt cx="0" cy="0"/>
        </a:xfrm>
      </p:grpSpPr>
      <p:sp>
        <p:nvSpPr>
          <p:cNvPr id="24" name="Title Placeholder 1">
            <a:extLst>
              <a:ext uri="{FF2B5EF4-FFF2-40B4-BE49-F238E27FC236}">
                <a16:creationId xmlns:a16="http://schemas.microsoft.com/office/drawing/2014/main" id="{B2EC939F-FB4A-49B6-BD15-693CECC66C94}"/>
              </a:ext>
            </a:extLst>
          </p:cNvPr>
          <p:cNvSpPr>
            <a:spLocks noGrp="1"/>
          </p:cNvSpPr>
          <p:nvPr>
            <p:ph type="title"/>
          </p:nvPr>
        </p:nvSpPr>
        <p:spPr>
          <a:xfrm>
            <a:off x="1164771" y="392328"/>
            <a:ext cx="7402286" cy="686196"/>
          </a:xfrm>
          <a:prstGeom prst="rect">
            <a:avLst/>
          </a:prstGeom>
        </p:spPr>
        <p:txBody>
          <a:bodyPr vert="horz" lIns="91440" tIns="45720" rIns="91440" bIns="45720" rtlCol="0" anchor="ctr">
            <a:normAutofit/>
          </a:bodyPr>
          <a:lstStyle/>
          <a:p>
            <a:endParaRPr lang="en-US"/>
          </a:p>
        </p:txBody>
      </p:sp>
      <p:sp>
        <p:nvSpPr>
          <p:cNvPr id="2" name="矩形 1">
            <a:extLst>
              <a:ext uri="{FF2B5EF4-FFF2-40B4-BE49-F238E27FC236}">
                <a16:creationId xmlns:a16="http://schemas.microsoft.com/office/drawing/2014/main" id="{D0032413-448C-F84B-9269-0A4FE4F06B8E}"/>
              </a:ext>
            </a:extLst>
          </p:cNvPr>
          <p:cNvSpPr/>
          <p:nvPr userDrawn="1"/>
        </p:nvSpPr>
        <p:spPr>
          <a:xfrm>
            <a:off x="1164770" y="1229146"/>
            <a:ext cx="7478897" cy="45719"/>
          </a:xfrm>
          <a:prstGeom prst="rect">
            <a:avLst/>
          </a:prstGeom>
          <a:solidFill>
            <a:srgbClr val="117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Text Placeholder 2">
            <a:extLst>
              <a:ext uri="{FF2B5EF4-FFF2-40B4-BE49-F238E27FC236}">
                <a16:creationId xmlns:a16="http://schemas.microsoft.com/office/drawing/2014/main" id="{A897D0C3-EF24-169C-5CBA-F987ABADAB7D}"/>
              </a:ext>
            </a:extLst>
          </p:cNvPr>
          <p:cNvSpPr>
            <a:spLocks noGrp="1"/>
          </p:cNvSpPr>
          <p:nvPr>
            <p:ph idx="1"/>
          </p:nvPr>
        </p:nvSpPr>
        <p:spPr>
          <a:xfrm>
            <a:off x="1014356" y="1371216"/>
            <a:ext cx="3821857" cy="4558530"/>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6" name="Text Placeholder 2">
            <a:extLst>
              <a:ext uri="{FF2B5EF4-FFF2-40B4-BE49-F238E27FC236}">
                <a16:creationId xmlns:a16="http://schemas.microsoft.com/office/drawing/2014/main" id="{684ADA59-FDCC-E861-092C-472CCCC671A6}"/>
              </a:ext>
            </a:extLst>
          </p:cNvPr>
          <p:cNvSpPr>
            <a:spLocks noGrp="1"/>
          </p:cNvSpPr>
          <p:nvPr>
            <p:ph idx="12"/>
          </p:nvPr>
        </p:nvSpPr>
        <p:spPr>
          <a:xfrm>
            <a:off x="5107382" y="1371216"/>
            <a:ext cx="3821857" cy="4558530"/>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pic>
        <p:nvPicPr>
          <p:cNvPr id="7" name="圖片 6">
            <a:extLst>
              <a:ext uri="{FF2B5EF4-FFF2-40B4-BE49-F238E27FC236}">
                <a16:creationId xmlns:a16="http://schemas.microsoft.com/office/drawing/2014/main" id="{F0B11B75-D64B-ADD8-5234-FF6B4D85D91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sp>
        <p:nvSpPr>
          <p:cNvPr id="4" name="投影片編號版面配置區 4">
            <a:extLst>
              <a:ext uri="{FF2B5EF4-FFF2-40B4-BE49-F238E27FC236}">
                <a16:creationId xmlns:a16="http://schemas.microsoft.com/office/drawing/2014/main" id="{C0A74557-FF34-58A2-3277-11AF6832C419}"/>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8" name="Footer Placeholder 4">
            <a:extLst>
              <a:ext uri="{FF2B5EF4-FFF2-40B4-BE49-F238E27FC236}">
                <a16:creationId xmlns:a16="http://schemas.microsoft.com/office/drawing/2014/main" id="{6B445619-3D90-3751-169D-3C79D53EB824}"/>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3609286589"/>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1_標題及物件-水平線-右下icon">
    <p:bg>
      <p:bgPr>
        <a:solidFill>
          <a:schemeClr val="bg1"/>
        </a:solidFill>
        <a:effectLst/>
      </p:bgPr>
    </p:bg>
    <p:spTree>
      <p:nvGrpSpPr>
        <p:cNvPr id="1" name=""/>
        <p:cNvGrpSpPr/>
        <p:nvPr/>
      </p:nvGrpSpPr>
      <p:grpSpPr>
        <a:xfrm>
          <a:off x="0" y="0"/>
          <a:ext cx="0" cy="0"/>
          <a:chOff x="0" y="0"/>
          <a:chExt cx="0" cy="0"/>
        </a:xfrm>
      </p:grpSpPr>
      <p:sp>
        <p:nvSpPr>
          <p:cNvPr id="24" name="Title Placeholder 1">
            <a:extLst>
              <a:ext uri="{FF2B5EF4-FFF2-40B4-BE49-F238E27FC236}">
                <a16:creationId xmlns:a16="http://schemas.microsoft.com/office/drawing/2014/main" id="{B2EC939F-FB4A-49B6-BD15-693CECC66C94}"/>
              </a:ext>
            </a:extLst>
          </p:cNvPr>
          <p:cNvSpPr>
            <a:spLocks noGrp="1"/>
          </p:cNvSpPr>
          <p:nvPr>
            <p:ph type="title"/>
          </p:nvPr>
        </p:nvSpPr>
        <p:spPr>
          <a:xfrm>
            <a:off x="1164771" y="392328"/>
            <a:ext cx="7402286" cy="686196"/>
          </a:xfrm>
          <a:prstGeom prst="rect">
            <a:avLst/>
          </a:prstGeom>
        </p:spPr>
        <p:txBody>
          <a:bodyPr vert="horz" lIns="91440" tIns="45720" rIns="91440" bIns="45720" rtlCol="0" anchor="ctr">
            <a:normAutofit/>
          </a:bodyPr>
          <a:lstStyle/>
          <a:p>
            <a:endParaRPr lang="en-US"/>
          </a:p>
        </p:txBody>
      </p:sp>
      <p:sp>
        <p:nvSpPr>
          <p:cNvPr id="2" name="矩形 1">
            <a:extLst>
              <a:ext uri="{FF2B5EF4-FFF2-40B4-BE49-F238E27FC236}">
                <a16:creationId xmlns:a16="http://schemas.microsoft.com/office/drawing/2014/main" id="{D0032413-448C-F84B-9269-0A4FE4F06B8E}"/>
              </a:ext>
            </a:extLst>
          </p:cNvPr>
          <p:cNvSpPr/>
          <p:nvPr userDrawn="1"/>
        </p:nvSpPr>
        <p:spPr>
          <a:xfrm>
            <a:off x="1164770" y="1229146"/>
            <a:ext cx="7478897" cy="45719"/>
          </a:xfrm>
          <a:prstGeom prst="rect">
            <a:avLst/>
          </a:prstGeom>
          <a:solidFill>
            <a:srgbClr val="117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Text Placeholder 2">
            <a:extLst>
              <a:ext uri="{FF2B5EF4-FFF2-40B4-BE49-F238E27FC236}">
                <a16:creationId xmlns:a16="http://schemas.microsoft.com/office/drawing/2014/main" id="{A897D0C3-EF24-169C-5CBA-F987ABADAB7D}"/>
              </a:ext>
            </a:extLst>
          </p:cNvPr>
          <p:cNvSpPr>
            <a:spLocks noGrp="1"/>
          </p:cNvSpPr>
          <p:nvPr>
            <p:ph idx="1"/>
          </p:nvPr>
        </p:nvSpPr>
        <p:spPr>
          <a:xfrm>
            <a:off x="1014356" y="1371216"/>
            <a:ext cx="3821857" cy="4558530"/>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6" name="Text Placeholder 2">
            <a:extLst>
              <a:ext uri="{FF2B5EF4-FFF2-40B4-BE49-F238E27FC236}">
                <a16:creationId xmlns:a16="http://schemas.microsoft.com/office/drawing/2014/main" id="{684ADA59-FDCC-E861-092C-472CCCC671A6}"/>
              </a:ext>
            </a:extLst>
          </p:cNvPr>
          <p:cNvSpPr>
            <a:spLocks noGrp="1"/>
          </p:cNvSpPr>
          <p:nvPr>
            <p:ph idx="12"/>
          </p:nvPr>
        </p:nvSpPr>
        <p:spPr>
          <a:xfrm>
            <a:off x="5107382" y="1371216"/>
            <a:ext cx="3821857" cy="4558530"/>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pic>
        <p:nvPicPr>
          <p:cNvPr id="7" name="圖片 6">
            <a:extLst>
              <a:ext uri="{FF2B5EF4-FFF2-40B4-BE49-F238E27FC236}">
                <a16:creationId xmlns:a16="http://schemas.microsoft.com/office/drawing/2014/main" id="{0DD883E9-0B8C-4F44-B226-1E82E3D0508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sp>
        <p:nvSpPr>
          <p:cNvPr id="4" name="投影片編號版面配置區 4">
            <a:extLst>
              <a:ext uri="{FF2B5EF4-FFF2-40B4-BE49-F238E27FC236}">
                <a16:creationId xmlns:a16="http://schemas.microsoft.com/office/drawing/2014/main" id="{F93B808A-8A20-84F9-02C5-F82FFEDB5768}"/>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8" name="Footer Placeholder 4">
            <a:extLst>
              <a:ext uri="{FF2B5EF4-FFF2-40B4-BE49-F238E27FC236}">
                <a16:creationId xmlns:a16="http://schemas.microsoft.com/office/drawing/2014/main" id="{631F42F6-3A75-2AF7-8AB6-79FF09C4C8EB}"/>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3256436400"/>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2_標題及物件-水平線(深色)-右下icon">
    <p:bg>
      <p:bgPr>
        <a:solidFill>
          <a:schemeClr val="bg1"/>
        </a:solidFill>
        <a:effectLst/>
      </p:bgPr>
    </p:bg>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87845F0A-2707-97FA-AE80-DB5D130E45B6}"/>
              </a:ext>
            </a:extLst>
          </p:cNvPr>
          <p:cNvSpPr/>
          <p:nvPr userDrawn="1"/>
        </p:nvSpPr>
        <p:spPr>
          <a:xfrm>
            <a:off x="0" y="0"/>
            <a:ext cx="9906000" cy="6858000"/>
          </a:xfrm>
          <a:prstGeom prst="rect">
            <a:avLst/>
          </a:prstGeom>
          <a:solidFill>
            <a:srgbClr val="0B28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 name="Title Placeholder 1">
            <a:extLst>
              <a:ext uri="{FF2B5EF4-FFF2-40B4-BE49-F238E27FC236}">
                <a16:creationId xmlns:a16="http://schemas.microsoft.com/office/drawing/2014/main" id="{B2EC939F-FB4A-49B6-BD15-693CECC66C94}"/>
              </a:ext>
            </a:extLst>
          </p:cNvPr>
          <p:cNvSpPr>
            <a:spLocks noGrp="1"/>
          </p:cNvSpPr>
          <p:nvPr>
            <p:ph type="title"/>
          </p:nvPr>
        </p:nvSpPr>
        <p:spPr>
          <a:xfrm>
            <a:off x="1164771" y="392328"/>
            <a:ext cx="7402286" cy="686196"/>
          </a:xfrm>
          <a:prstGeom prst="rect">
            <a:avLst/>
          </a:prstGeom>
        </p:spPr>
        <p:txBody>
          <a:bodyPr vert="horz" lIns="91440" tIns="45720" rIns="91440" bIns="45720" rtlCol="0" anchor="ctr">
            <a:normAutofit/>
          </a:bodyPr>
          <a:lstStyle>
            <a:lvl1pPr>
              <a:defRPr>
                <a:solidFill>
                  <a:schemeClr val="bg1"/>
                </a:solidFill>
              </a:defRPr>
            </a:lvl1pPr>
          </a:lstStyle>
          <a:p>
            <a:endParaRPr lang="en-US"/>
          </a:p>
        </p:txBody>
      </p:sp>
      <p:sp>
        <p:nvSpPr>
          <p:cNvPr id="2" name="矩形 1">
            <a:extLst>
              <a:ext uri="{FF2B5EF4-FFF2-40B4-BE49-F238E27FC236}">
                <a16:creationId xmlns:a16="http://schemas.microsoft.com/office/drawing/2014/main" id="{D0032413-448C-F84B-9269-0A4FE4F06B8E}"/>
              </a:ext>
            </a:extLst>
          </p:cNvPr>
          <p:cNvSpPr/>
          <p:nvPr userDrawn="1"/>
        </p:nvSpPr>
        <p:spPr>
          <a:xfrm>
            <a:off x="1164770" y="1229146"/>
            <a:ext cx="7478897" cy="45719"/>
          </a:xfrm>
          <a:prstGeom prst="rect">
            <a:avLst/>
          </a:prstGeom>
          <a:solidFill>
            <a:srgbClr val="117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Text Placeholder 2">
            <a:extLst>
              <a:ext uri="{FF2B5EF4-FFF2-40B4-BE49-F238E27FC236}">
                <a16:creationId xmlns:a16="http://schemas.microsoft.com/office/drawing/2014/main" id="{A897D0C3-EF24-169C-5CBA-F987ABADAB7D}"/>
              </a:ext>
            </a:extLst>
          </p:cNvPr>
          <p:cNvSpPr>
            <a:spLocks noGrp="1"/>
          </p:cNvSpPr>
          <p:nvPr>
            <p:ph idx="1"/>
          </p:nvPr>
        </p:nvSpPr>
        <p:spPr>
          <a:xfrm>
            <a:off x="1014356" y="1371216"/>
            <a:ext cx="3821857" cy="4558530"/>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6" name="Text Placeholder 2">
            <a:extLst>
              <a:ext uri="{FF2B5EF4-FFF2-40B4-BE49-F238E27FC236}">
                <a16:creationId xmlns:a16="http://schemas.microsoft.com/office/drawing/2014/main" id="{684ADA59-FDCC-E861-092C-472CCCC671A6}"/>
              </a:ext>
            </a:extLst>
          </p:cNvPr>
          <p:cNvSpPr>
            <a:spLocks noGrp="1"/>
          </p:cNvSpPr>
          <p:nvPr>
            <p:ph idx="12"/>
          </p:nvPr>
        </p:nvSpPr>
        <p:spPr>
          <a:xfrm>
            <a:off x="5107382" y="1371216"/>
            <a:ext cx="3821857" cy="4558530"/>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pic>
        <p:nvPicPr>
          <p:cNvPr id="7" name="圖片 6">
            <a:extLst>
              <a:ext uri="{FF2B5EF4-FFF2-40B4-BE49-F238E27FC236}">
                <a16:creationId xmlns:a16="http://schemas.microsoft.com/office/drawing/2014/main" id="{0DD883E9-0B8C-4F44-B226-1E82E3D0508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sp>
        <p:nvSpPr>
          <p:cNvPr id="4" name="投影片編號版面配置區 4">
            <a:extLst>
              <a:ext uri="{FF2B5EF4-FFF2-40B4-BE49-F238E27FC236}">
                <a16:creationId xmlns:a16="http://schemas.microsoft.com/office/drawing/2014/main" id="{F93B808A-8A20-84F9-02C5-F82FFEDB5768}"/>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bg1"/>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9" name="Footer Placeholder 4">
            <a:extLst>
              <a:ext uri="{FF2B5EF4-FFF2-40B4-BE49-F238E27FC236}">
                <a16:creationId xmlns:a16="http://schemas.microsoft.com/office/drawing/2014/main" id="{B31C1152-7177-D2DE-EB3B-4C463D296912}"/>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1602496696"/>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3_標題及物件-水平線-右下slogan">
    <p:bg>
      <p:bgPr>
        <a:solidFill>
          <a:schemeClr val="bg1"/>
        </a:solidFill>
        <a:effectLst/>
      </p:bgPr>
    </p:bg>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D42C9BAF-A543-4474-80DB-FBD604DEADA5}"/>
              </a:ext>
            </a:extLst>
          </p:cNvPr>
          <p:cNvSpPr>
            <a:spLocks noGrp="1"/>
          </p:cNvSpPr>
          <p:nvPr>
            <p:ph type="title"/>
          </p:nvPr>
        </p:nvSpPr>
        <p:spPr>
          <a:xfrm>
            <a:off x="886691" y="392328"/>
            <a:ext cx="7965380" cy="686196"/>
          </a:xfrm>
          <a:prstGeom prst="rect">
            <a:avLst/>
          </a:prstGeom>
        </p:spPr>
        <p:txBody>
          <a:bodyPr vert="horz" lIns="91440" tIns="45720" rIns="91440" bIns="45720" rtlCol="0" anchor="ctr">
            <a:normAutofit/>
          </a:bodyPr>
          <a:lstStyle/>
          <a:p>
            <a:endParaRPr lang="en-US"/>
          </a:p>
        </p:txBody>
      </p:sp>
      <p:sp>
        <p:nvSpPr>
          <p:cNvPr id="15" name="矩形 14">
            <a:extLst>
              <a:ext uri="{FF2B5EF4-FFF2-40B4-BE49-F238E27FC236}">
                <a16:creationId xmlns:a16="http://schemas.microsoft.com/office/drawing/2014/main" id="{2A6CF17E-38AC-6688-507E-B64D00DE0F0A}"/>
              </a:ext>
            </a:extLst>
          </p:cNvPr>
          <p:cNvSpPr/>
          <p:nvPr userDrawn="1"/>
        </p:nvSpPr>
        <p:spPr>
          <a:xfrm>
            <a:off x="886691" y="1229146"/>
            <a:ext cx="7965379" cy="45719"/>
          </a:xfrm>
          <a:prstGeom prst="rect">
            <a:avLst/>
          </a:prstGeom>
          <a:solidFill>
            <a:srgbClr val="117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 name="圖片 2">
            <a:extLst>
              <a:ext uri="{FF2B5EF4-FFF2-40B4-BE49-F238E27FC236}">
                <a16:creationId xmlns:a16="http://schemas.microsoft.com/office/drawing/2014/main" id="{E4178601-01D3-61C1-5992-7CE6FDF6306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sp>
        <p:nvSpPr>
          <p:cNvPr id="2" name="投影片編號版面配置區 4">
            <a:extLst>
              <a:ext uri="{FF2B5EF4-FFF2-40B4-BE49-F238E27FC236}">
                <a16:creationId xmlns:a16="http://schemas.microsoft.com/office/drawing/2014/main" id="{EE63C735-F6DC-BA15-44AB-B7EC409601A5}"/>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5" name="Footer Placeholder 4">
            <a:extLst>
              <a:ext uri="{FF2B5EF4-FFF2-40B4-BE49-F238E27FC236}">
                <a16:creationId xmlns:a16="http://schemas.microsoft.com/office/drawing/2014/main" id="{1D37BA4F-1646-3CD4-ECF6-98F4055CBF47}"/>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37980842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4_標題及物件-水平線-右下icon">
    <p:bg>
      <p:bgPr>
        <a:solidFill>
          <a:schemeClr val="bg1"/>
        </a:solidFill>
        <a:effectLst/>
      </p:bgPr>
    </p:bg>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D42C9BAF-A543-4474-80DB-FBD604DEADA5}"/>
              </a:ext>
            </a:extLst>
          </p:cNvPr>
          <p:cNvSpPr>
            <a:spLocks noGrp="1"/>
          </p:cNvSpPr>
          <p:nvPr>
            <p:ph type="title"/>
          </p:nvPr>
        </p:nvSpPr>
        <p:spPr>
          <a:xfrm>
            <a:off x="886691" y="392328"/>
            <a:ext cx="7965380" cy="686196"/>
          </a:xfrm>
          <a:prstGeom prst="rect">
            <a:avLst/>
          </a:prstGeom>
        </p:spPr>
        <p:txBody>
          <a:bodyPr vert="horz" lIns="91440" tIns="45720" rIns="91440" bIns="45720" rtlCol="0" anchor="ctr">
            <a:normAutofit/>
          </a:bodyPr>
          <a:lstStyle/>
          <a:p>
            <a:endParaRPr lang="en-US"/>
          </a:p>
        </p:txBody>
      </p:sp>
      <p:sp>
        <p:nvSpPr>
          <p:cNvPr id="15" name="矩形 14">
            <a:extLst>
              <a:ext uri="{FF2B5EF4-FFF2-40B4-BE49-F238E27FC236}">
                <a16:creationId xmlns:a16="http://schemas.microsoft.com/office/drawing/2014/main" id="{2A6CF17E-38AC-6688-507E-B64D00DE0F0A}"/>
              </a:ext>
            </a:extLst>
          </p:cNvPr>
          <p:cNvSpPr/>
          <p:nvPr userDrawn="1"/>
        </p:nvSpPr>
        <p:spPr>
          <a:xfrm>
            <a:off x="886691" y="1229146"/>
            <a:ext cx="7965379" cy="45719"/>
          </a:xfrm>
          <a:prstGeom prst="rect">
            <a:avLst/>
          </a:prstGeom>
          <a:solidFill>
            <a:srgbClr val="117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 name="圖片 2">
            <a:extLst>
              <a:ext uri="{FF2B5EF4-FFF2-40B4-BE49-F238E27FC236}">
                <a16:creationId xmlns:a16="http://schemas.microsoft.com/office/drawing/2014/main" id="{0EBFF4C0-D3B8-19A9-D203-B0B741B5CDE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sp>
        <p:nvSpPr>
          <p:cNvPr id="2" name="投影片編號版面配置區 4">
            <a:extLst>
              <a:ext uri="{FF2B5EF4-FFF2-40B4-BE49-F238E27FC236}">
                <a16:creationId xmlns:a16="http://schemas.microsoft.com/office/drawing/2014/main" id="{DB607CF0-7136-23CE-FD00-65CB4F68857F}"/>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5" name="Footer Placeholder 4">
            <a:extLst>
              <a:ext uri="{FF2B5EF4-FFF2-40B4-BE49-F238E27FC236}">
                <a16:creationId xmlns:a16="http://schemas.microsoft.com/office/drawing/2014/main" id="{097922C8-70C7-A93D-51E1-3DCA4A8312D7}"/>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33978760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5_標題及物件-水平線(深色)-右下icon">
    <p:bg>
      <p:bgPr>
        <a:solidFill>
          <a:schemeClr val="bg1"/>
        </a:solidFill>
        <a:effectLst/>
      </p:bgPr>
    </p:bg>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EC61C22E-FCB7-D351-81A2-3DA93F30BCA6}"/>
              </a:ext>
            </a:extLst>
          </p:cNvPr>
          <p:cNvSpPr/>
          <p:nvPr userDrawn="1"/>
        </p:nvSpPr>
        <p:spPr>
          <a:xfrm>
            <a:off x="0" y="0"/>
            <a:ext cx="9906000" cy="6858000"/>
          </a:xfrm>
          <a:prstGeom prst="rect">
            <a:avLst/>
          </a:prstGeom>
          <a:solidFill>
            <a:srgbClr val="0B28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Title Placeholder 1">
            <a:extLst>
              <a:ext uri="{FF2B5EF4-FFF2-40B4-BE49-F238E27FC236}">
                <a16:creationId xmlns:a16="http://schemas.microsoft.com/office/drawing/2014/main" id="{D42C9BAF-A543-4474-80DB-FBD604DEADA5}"/>
              </a:ext>
            </a:extLst>
          </p:cNvPr>
          <p:cNvSpPr>
            <a:spLocks noGrp="1"/>
          </p:cNvSpPr>
          <p:nvPr>
            <p:ph type="title"/>
          </p:nvPr>
        </p:nvSpPr>
        <p:spPr>
          <a:xfrm>
            <a:off x="886691" y="392328"/>
            <a:ext cx="7965380" cy="686196"/>
          </a:xfrm>
          <a:prstGeom prst="rect">
            <a:avLst/>
          </a:prstGeom>
        </p:spPr>
        <p:txBody>
          <a:bodyPr vert="horz" lIns="91440" tIns="45720" rIns="91440" bIns="45720" rtlCol="0" anchor="ctr">
            <a:normAutofit/>
          </a:bodyPr>
          <a:lstStyle>
            <a:lvl1pPr>
              <a:defRPr>
                <a:solidFill>
                  <a:schemeClr val="bg1"/>
                </a:solidFill>
              </a:defRPr>
            </a:lvl1pPr>
          </a:lstStyle>
          <a:p>
            <a:endParaRPr lang="en-US"/>
          </a:p>
        </p:txBody>
      </p:sp>
      <p:sp>
        <p:nvSpPr>
          <p:cNvPr id="15" name="矩形 14">
            <a:extLst>
              <a:ext uri="{FF2B5EF4-FFF2-40B4-BE49-F238E27FC236}">
                <a16:creationId xmlns:a16="http://schemas.microsoft.com/office/drawing/2014/main" id="{2A6CF17E-38AC-6688-507E-B64D00DE0F0A}"/>
              </a:ext>
            </a:extLst>
          </p:cNvPr>
          <p:cNvSpPr/>
          <p:nvPr userDrawn="1"/>
        </p:nvSpPr>
        <p:spPr>
          <a:xfrm>
            <a:off x="886691" y="1229146"/>
            <a:ext cx="7965379" cy="45719"/>
          </a:xfrm>
          <a:prstGeom prst="rect">
            <a:avLst/>
          </a:prstGeom>
          <a:solidFill>
            <a:srgbClr val="117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3" name="圖片 2">
            <a:extLst>
              <a:ext uri="{FF2B5EF4-FFF2-40B4-BE49-F238E27FC236}">
                <a16:creationId xmlns:a16="http://schemas.microsoft.com/office/drawing/2014/main" id="{0EBFF4C0-D3B8-19A9-D203-B0B741B5CDE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sp>
        <p:nvSpPr>
          <p:cNvPr id="2" name="投影片編號版面配置區 4">
            <a:extLst>
              <a:ext uri="{FF2B5EF4-FFF2-40B4-BE49-F238E27FC236}">
                <a16:creationId xmlns:a16="http://schemas.microsoft.com/office/drawing/2014/main" id="{DB607CF0-7136-23CE-FD00-65CB4F68857F}"/>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bg1"/>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6" name="Footer Placeholder 4">
            <a:extLst>
              <a:ext uri="{FF2B5EF4-FFF2-40B4-BE49-F238E27FC236}">
                <a16:creationId xmlns:a16="http://schemas.microsoft.com/office/drawing/2014/main" id="{3C77FAA7-80FB-0716-CF59-D2F47138B9A7}"/>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7675530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6_標題及物件-無水平線-右下slogan">
    <p:bg>
      <p:bgPr>
        <a:solidFill>
          <a:schemeClr val="bg1"/>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C10E29D9-C0EC-4310-9260-2A2AB895A993}"/>
              </a:ext>
            </a:extLst>
          </p:cNvPr>
          <p:cNvSpPr>
            <a:spLocks noGrp="1"/>
          </p:cNvSpPr>
          <p:nvPr>
            <p:ph idx="1"/>
          </p:nvPr>
        </p:nvSpPr>
        <p:spPr>
          <a:xfrm>
            <a:off x="886691" y="1415306"/>
            <a:ext cx="7965380" cy="4489513"/>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24" name="Title Placeholder 1">
            <a:extLst>
              <a:ext uri="{FF2B5EF4-FFF2-40B4-BE49-F238E27FC236}">
                <a16:creationId xmlns:a16="http://schemas.microsoft.com/office/drawing/2014/main" id="{B2EC939F-FB4A-49B6-BD15-693CECC66C94}"/>
              </a:ext>
            </a:extLst>
          </p:cNvPr>
          <p:cNvSpPr>
            <a:spLocks noGrp="1"/>
          </p:cNvSpPr>
          <p:nvPr>
            <p:ph type="title"/>
          </p:nvPr>
        </p:nvSpPr>
        <p:spPr>
          <a:xfrm>
            <a:off x="1164771" y="392328"/>
            <a:ext cx="7402286" cy="686196"/>
          </a:xfrm>
          <a:prstGeom prst="rect">
            <a:avLst/>
          </a:prstGeom>
        </p:spPr>
        <p:txBody>
          <a:bodyPr vert="horz" lIns="91440" tIns="45720" rIns="91440" bIns="45720" rtlCol="0" anchor="ctr">
            <a:normAutofit/>
          </a:bodyPr>
          <a:lstStyle/>
          <a:p>
            <a:endParaRPr lang="en-US"/>
          </a:p>
        </p:txBody>
      </p:sp>
      <p:grpSp>
        <p:nvGrpSpPr>
          <p:cNvPr id="2" name="群組 1">
            <a:extLst>
              <a:ext uri="{FF2B5EF4-FFF2-40B4-BE49-F238E27FC236}">
                <a16:creationId xmlns:a16="http://schemas.microsoft.com/office/drawing/2014/main" id="{5412572F-0D20-7338-CE3D-34DCFB46F67B}"/>
              </a:ext>
            </a:extLst>
          </p:cNvPr>
          <p:cNvGrpSpPr/>
          <p:nvPr userDrawn="1"/>
        </p:nvGrpSpPr>
        <p:grpSpPr>
          <a:xfrm rot="16200000">
            <a:off x="7474061" y="4426061"/>
            <a:ext cx="61510" cy="4802368"/>
            <a:chOff x="9844490" y="759117"/>
            <a:chExt cx="61510" cy="4802368"/>
          </a:xfrm>
        </p:grpSpPr>
        <p:sp>
          <p:nvSpPr>
            <p:cNvPr id="3" name="矩形 2">
              <a:extLst>
                <a:ext uri="{FF2B5EF4-FFF2-40B4-BE49-F238E27FC236}">
                  <a16:creationId xmlns:a16="http://schemas.microsoft.com/office/drawing/2014/main" id="{396C2997-6419-4813-F5DA-181A49679147}"/>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A9721631-D21A-631D-B20B-FE3F4D97062C}"/>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4F5D2899-B7D7-6F07-15EB-92BF5510B402}"/>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25DA5B71-9864-E5D7-8A74-3AEDC8B242B3}"/>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pic>
        <p:nvPicPr>
          <p:cNvPr id="9" name="圖片 8">
            <a:extLst>
              <a:ext uri="{FF2B5EF4-FFF2-40B4-BE49-F238E27FC236}">
                <a16:creationId xmlns:a16="http://schemas.microsoft.com/office/drawing/2014/main" id="{08D186FA-BB52-C49B-98F5-6AE315959DB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sp>
        <p:nvSpPr>
          <p:cNvPr id="4" name="投影片編號版面配置區 4">
            <a:extLst>
              <a:ext uri="{FF2B5EF4-FFF2-40B4-BE49-F238E27FC236}">
                <a16:creationId xmlns:a16="http://schemas.microsoft.com/office/drawing/2014/main" id="{51ADBE2A-D866-65E2-7F5A-FDB5B0A9394D}"/>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10" name="Footer Placeholder 4">
            <a:extLst>
              <a:ext uri="{FF2B5EF4-FFF2-40B4-BE49-F238E27FC236}">
                <a16:creationId xmlns:a16="http://schemas.microsoft.com/office/drawing/2014/main" id="{ACCDA718-873B-1D54-53A6-D5DC54DDC55C}"/>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715996524"/>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7_標題及物件-無水平線-右下icon">
    <p:bg>
      <p:bgPr>
        <a:solidFill>
          <a:schemeClr val="bg1"/>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C10E29D9-C0EC-4310-9260-2A2AB895A993}"/>
              </a:ext>
            </a:extLst>
          </p:cNvPr>
          <p:cNvSpPr>
            <a:spLocks noGrp="1"/>
          </p:cNvSpPr>
          <p:nvPr>
            <p:ph idx="1"/>
          </p:nvPr>
        </p:nvSpPr>
        <p:spPr>
          <a:xfrm>
            <a:off x="886691" y="1415306"/>
            <a:ext cx="7965380" cy="4489513"/>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24" name="Title Placeholder 1">
            <a:extLst>
              <a:ext uri="{FF2B5EF4-FFF2-40B4-BE49-F238E27FC236}">
                <a16:creationId xmlns:a16="http://schemas.microsoft.com/office/drawing/2014/main" id="{B2EC939F-FB4A-49B6-BD15-693CECC66C94}"/>
              </a:ext>
            </a:extLst>
          </p:cNvPr>
          <p:cNvSpPr>
            <a:spLocks noGrp="1"/>
          </p:cNvSpPr>
          <p:nvPr>
            <p:ph type="title"/>
          </p:nvPr>
        </p:nvSpPr>
        <p:spPr>
          <a:xfrm>
            <a:off x="1164771" y="392328"/>
            <a:ext cx="7402286" cy="686196"/>
          </a:xfrm>
          <a:prstGeom prst="rect">
            <a:avLst/>
          </a:prstGeom>
        </p:spPr>
        <p:txBody>
          <a:bodyPr vert="horz" lIns="91440" tIns="45720" rIns="91440" bIns="45720" rtlCol="0" anchor="ctr">
            <a:normAutofit/>
          </a:bodyPr>
          <a:lstStyle/>
          <a:p>
            <a:endParaRPr lang="en-US"/>
          </a:p>
        </p:txBody>
      </p:sp>
      <p:pic>
        <p:nvPicPr>
          <p:cNvPr id="4" name="圖片 3">
            <a:extLst>
              <a:ext uri="{FF2B5EF4-FFF2-40B4-BE49-F238E27FC236}">
                <a16:creationId xmlns:a16="http://schemas.microsoft.com/office/drawing/2014/main" id="{A69B6925-513D-A5A2-306B-2A9762FB46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grpSp>
        <p:nvGrpSpPr>
          <p:cNvPr id="2" name="群組 1">
            <a:extLst>
              <a:ext uri="{FF2B5EF4-FFF2-40B4-BE49-F238E27FC236}">
                <a16:creationId xmlns:a16="http://schemas.microsoft.com/office/drawing/2014/main" id="{7BA8DCA7-9CB3-CA31-AEAD-E9B883DF787D}"/>
              </a:ext>
            </a:extLst>
          </p:cNvPr>
          <p:cNvGrpSpPr/>
          <p:nvPr userDrawn="1"/>
        </p:nvGrpSpPr>
        <p:grpSpPr>
          <a:xfrm rot="16200000">
            <a:off x="7474061" y="4426061"/>
            <a:ext cx="61510" cy="4802368"/>
            <a:chOff x="9844490" y="759117"/>
            <a:chExt cx="61510" cy="4802368"/>
          </a:xfrm>
        </p:grpSpPr>
        <p:sp>
          <p:nvSpPr>
            <p:cNvPr id="3" name="矩形 2">
              <a:extLst>
                <a:ext uri="{FF2B5EF4-FFF2-40B4-BE49-F238E27FC236}">
                  <a16:creationId xmlns:a16="http://schemas.microsoft.com/office/drawing/2014/main" id="{B6ACA105-D27C-6818-123B-294028AD3E4A}"/>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2C74DA12-918D-99A1-5D16-006197076196}"/>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B464567A-3D26-FE10-CCF0-F2EBDE0B8111}"/>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7E08F5CB-CECD-D869-F9BB-BB2FB916A18A}"/>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9" name="投影片編號版面配置區 4">
            <a:extLst>
              <a:ext uri="{FF2B5EF4-FFF2-40B4-BE49-F238E27FC236}">
                <a16:creationId xmlns:a16="http://schemas.microsoft.com/office/drawing/2014/main" id="{A9C317D7-AB5A-46B9-4486-CCED0F7B7B89}"/>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10" name="Footer Placeholder 4">
            <a:extLst>
              <a:ext uri="{FF2B5EF4-FFF2-40B4-BE49-F238E27FC236}">
                <a16:creationId xmlns:a16="http://schemas.microsoft.com/office/drawing/2014/main" id="{4625D002-1A9A-B39E-B0E0-DD9A309BFB39}"/>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1313806619"/>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8_標題及物件-無水平線(深色)-右下icon">
    <p:bg>
      <p:bgPr>
        <a:solidFill>
          <a:schemeClr val="bg1"/>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81BCC8DF-6602-BF07-FC5B-2C7B7B4FE5A0}"/>
              </a:ext>
            </a:extLst>
          </p:cNvPr>
          <p:cNvSpPr/>
          <p:nvPr userDrawn="1"/>
        </p:nvSpPr>
        <p:spPr>
          <a:xfrm>
            <a:off x="0" y="0"/>
            <a:ext cx="9906000" cy="6858000"/>
          </a:xfrm>
          <a:prstGeom prst="rect">
            <a:avLst/>
          </a:prstGeom>
          <a:solidFill>
            <a:srgbClr val="0B28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 name="Text Placeholder 2">
            <a:extLst>
              <a:ext uri="{FF2B5EF4-FFF2-40B4-BE49-F238E27FC236}">
                <a16:creationId xmlns:a16="http://schemas.microsoft.com/office/drawing/2014/main" id="{C10E29D9-C0EC-4310-9260-2A2AB895A993}"/>
              </a:ext>
            </a:extLst>
          </p:cNvPr>
          <p:cNvSpPr>
            <a:spLocks noGrp="1"/>
          </p:cNvSpPr>
          <p:nvPr>
            <p:ph idx="1"/>
          </p:nvPr>
        </p:nvSpPr>
        <p:spPr>
          <a:xfrm>
            <a:off x="886691" y="1415306"/>
            <a:ext cx="7965380" cy="4489513"/>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24" name="Title Placeholder 1">
            <a:extLst>
              <a:ext uri="{FF2B5EF4-FFF2-40B4-BE49-F238E27FC236}">
                <a16:creationId xmlns:a16="http://schemas.microsoft.com/office/drawing/2014/main" id="{B2EC939F-FB4A-49B6-BD15-693CECC66C94}"/>
              </a:ext>
            </a:extLst>
          </p:cNvPr>
          <p:cNvSpPr>
            <a:spLocks noGrp="1"/>
          </p:cNvSpPr>
          <p:nvPr>
            <p:ph type="title"/>
          </p:nvPr>
        </p:nvSpPr>
        <p:spPr>
          <a:xfrm>
            <a:off x="1164771" y="392328"/>
            <a:ext cx="7402286" cy="686196"/>
          </a:xfrm>
          <a:prstGeom prst="rect">
            <a:avLst/>
          </a:prstGeom>
        </p:spPr>
        <p:txBody>
          <a:bodyPr vert="horz" lIns="91440" tIns="45720" rIns="91440" bIns="45720" rtlCol="0" anchor="ctr">
            <a:normAutofit/>
          </a:bodyPr>
          <a:lstStyle>
            <a:lvl1pPr>
              <a:defRPr>
                <a:solidFill>
                  <a:schemeClr val="bg1"/>
                </a:solidFill>
              </a:defRPr>
            </a:lvl1pPr>
          </a:lstStyle>
          <a:p>
            <a:endParaRPr lang="en-US"/>
          </a:p>
        </p:txBody>
      </p:sp>
      <p:pic>
        <p:nvPicPr>
          <p:cNvPr id="4" name="圖片 3">
            <a:extLst>
              <a:ext uri="{FF2B5EF4-FFF2-40B4-BE49-F238E27FC236}">
                <a16:creationId xmlns:a16="http://schemas.microsoft.com/office/drawing/2014/main" id="{A69B6925-513D-A5A2-306B-2A9762FB460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grpSp>
        <p:nvGrpSpPr>
          <p:cNvPr id="2" name="群組 1">
            <a:extLst>
              <a:ext uri="{FF2B5EF4-FFF2-40B4-BE49-F238E27FC236}">
                <a16:creationId xmlns:a16="http://schemas.microsoft.com/office/drawing/2014/main" id="{7BA8DCA7-9CB3-CA31-AEAD-E9B883DF787D}"/>
              </a:ext>
            </a:extLst>
          </p:cNvPr>
          <p:cNvGrpSpPr/>
          <p:nvPr userDrawn="1"/>
        </p:nvGrpSpPr>
        <p:grpSpPr>
          <a:xfrm rot="16200000">
            <a:off x="7474061" y="4426061"/>
            <a:ext cx="61510" cy="4802368"/>
            <a:chOff x="9844490" y="759117"/>
            <a:chExt cx="61510" cy="4802368"/>
          </a:xfrm>
        </p:grpSpPr>
        <p:sp>
          <p:nvSpPr>
            <p:cNvPr id="3" name="矩形 2">
              <a:extLst>
                <a:ext uri="{FF2B5EF4-FFF2-40B4-BE49-F238E27FC236}">
                  <a16:creationId xmlns:a16="http://schemas.microsoft.com/office/drawing/2014/main" id="{B6ACA105-D27C-6818-123B-294028AD3E4A}"/>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2C74DA12-918D-99A1-5D16-006197076196}"/>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B464567A-3D26-FE10-CCF0-F2EBDE0B8111}"/>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7E08F5CB-CECD-D869-F9BB-BB2FB916A18A}"/>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9" name="投影片編號版面配置區 4">
            <a:extLst>
              <a:ext uri="{FF2B5EF4-FFF2-40B4-BE49-F238E27FC236}">
                <a16:creationId xmlns:a16="http://schemas.microsoft.com/office/drawing/2014/main" id="{A9C317D7-AB5A-46B9-4486-CCED0F7B7B89}"/>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bg1"/>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11" name="Footer Placeholder 4">
            <a:extLst>
              <a:ext uri="{FF2B5EF4-FFF2-40B4-BE49-F238E27FC236}">
                <a16:creationId xmlns:a16="http://schemas.microsoft.com/office/drawing/2014/main" id="{9CB06124-2EE6-38FE-9A8F-DBB05D10F309}"/>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2326231902"/>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9_標題及物件-無水平線-右下slogan">
    <p:bg>
      <p:bgPr>
        <a:solidFill>
          <a:schemeClr val="bg1"/>
        </a:solidFill>
        <a:effectLst/>
      </p:bgPr>
    </p:bg>
    <p:spTree>
      <p:nvGrpSpPr>
        <p:cNvPr id="1" name=""/>
        <p:cNvGrpSpPr/>
        <p:nvPr/>
      </p:nvGrpSpPr>
      <p:grpSpPr>
        <a:xfrm>
          <a:off x="0" y="0"/>
          <a:ext cx="0" cy="0"/>
          <a:chOff x="0" y="0"/>
          <a:chExt cx="0" cy="0"/>
        </a:xfrm>
      </p:grpSpPr>
      <p:sp>
        <p:nvSpPr>
          <p:cNvPr id="22" name="Text Placeholder 2">
            <a:extLst>
              <a:ext uri="{FF2B5EF4-FFF2-40B4-BE49-F238E27FC236}">
                <a16:creationId xmlns:a16="http://schemas.microsoft.com/office/drawing/2014/main" id="{51863FD7-9945-4756-AAB1-39C20C50A0D7}"/>
              </a:ext>
            </a:extLst>
          </p:cNvPr>
          <p:cNvSpPr>
            <a:spLocks noGrp="1"/>
          </p:cNvSpPr>
          <p:nvPr>
            <p:ph idx="1"/>
          </p:nvPr>
        </p:nvSpPr>
        <p:spPr>
          <a:xfrm>
            <a:off x="1014356" y="1371216"/>
            <a:ext cx="3821857" cy="4558530"/>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24" name="Text Placeholder 2">
            <a:extLst>
              <a:ext uri="{FF2B5EF4-FFF2-40B4-BE49-F238E27FC236}">
                <a16:creationId xmlns:a16="http://schemas.microsoft.com/office/drawing/2014/main" id="{5A779D16-CF37-4600-83B6-5B3502E2E95F}"/>
              </a:ext>
            </a:extLst>
          </p:cNvPr>
          <p:cNvSpPr>
            <a:spLocks noGrp="1"/>
          </p:cNvSpPr>
          <p:nvPr>
            <p:ph idx="12"/>
          </p:nvPr>
        </p:nvSpPr>
        <p:spPr>
          <a:xfrm>
            <a:off x="5107382" y="1371216"/>
            <a:ext cx="3821857" cy="4558530"/>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28" name="Title Placeholder 1">
            <a:extLst>
              <a:ext uri="{FF2B5EF4-FFF2-40B4-BE49-F238E27FC236}">
                <a16:creationId xmlns:a16="http://schemas.microsoft.com/office/drawing/2014/main" id="{65397BA2-1C5F-4631-93F1-F380CA8E9C26}"/>
              </a:ext>
            </a:extLst>
          </p:cNvPr>
          <p:cNvSpPr>
            <a:spLocks noGrp="1"/>
          </p:cNvSpPr>
          <p:nvPr>
            <p:ph type="title"/>
          </p:nvPr>
        </p:nvSpPr>
        <p:spPr>
          <a:xfrm>
            <a:off x="886691" y="392328"/>
            <a:ext cx="7965380" cy="686196"/>
          </a:xfrm>
          <a:prstGeom prst="rect">
            <a:avLst/>
          </a:prstGeom>
        </p:spPr>
        <p:txBody>
          <a:bodyPr vert="horz" lIns="91440" tIns="45720" rIns="91440" bIns="45720" rtlCol="0" anchor="ctr">
            <a:normAutofit/>
          </a:bodyPr>
          <a:lstStyle/>
          <a:p>
            <a:r>
              <a:rPr lang="zh-TW" altLang="en-US"/>
              <a:t>編輯標題</a:t>
            </a:r>
            <a:endParaRPr lang="en-US"/>
          </a:p>
        </p:txBody>
      </p:sp>
      <p:grpSp>
        <p:nvGrpSpPr>
          <p:cNvPr id="3" name="群組 2">
            <a:extLst>
              <a:ext uri="{FF2B5EF4-FFF2-40B4-BE49-F238E27FC236}">
                <a16:creationId xmlns:a16="http://schemas.microsoft.com/office/drawing/2014/main" id="{50F0948B-6BB9-482A-7E16-A37AE8E9BFB9}"/>
              </a:ext>
            </a:extLst>
          </p:cNvPr>
          <p:cNvGrpSpPr/>
          <p:nvPr userDrawn="1"/>
        </p:nvGrpSpPr>
        <p:grpSpPr>
          <a:xfrm rot="16200000">
            <a:off x="7474061" y="4426061"/>
            <a:ext cx="61510" cy="4802368"/>
            <a:chOff x="9844490" y="759117"/>
            <a:chExt cx="61510" cy="4802368"/>
          </a:xfrm>
        </p:grpSpPr>
        <p:sp>
          <p:nvSpPr>
            <p:cNvPr id="4" name="矩形 3">
              <a:extLst>
                <a:ext uri="{FF2B5EF4-FFF2-40B4-BE49-F238E27FC236}">
                  <a16:creationId xmlns:a16="http://schemas.microsoft.com/office/drawing/2014/main" id="{90A52CCC-35D3-BFDD-325A-E40D3961F254}"/>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0DCB3987-A15D-1C57-25A5-41A818542606}"/>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21E231F1-3E6A-78BF-CEEA-2A7244355E77}"/>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D393AC82-0AB4-9551-3FB3-BBC3164498A5}"/>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pic>
        <p:nvPicPr>
          <p:cNvPr id="9" name="圖片 8">
            <a:extLst>
              <a:ext uri="{FF2B5EF4-FFF2-40B4-BE49-F238E27FC236}">
                <a16:creationId xmlns:a16="http://schemas.microsoft.com/office/drawing/2014/main" id="{629F230A-B1D5-DE73-9C3B-0AEE98BC438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sp>
        <p:nvSpPr>
          <p:cNvPr id="2" name="投影片編號版面配置區 4">
            <a:extLst>
              <a:ext uri="{FF2B5EF4-FFF2-40B4-BE49-F238E27FC236}">
                <a16:creationId xmlns:a16="http://schemas.microsoft.com/office/drawing/2014/main" id="{2A3DE651-D3FC-3ACA-0D4D-E6EF3FD83621}"/>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10" name="Footer Placeholder 4">
            <a:extLst>
              <a:ext uri="{FF2B5EF4-FFF2-40B4-BE49-F238E27FC236}">
                <a16:creationId xmlns:a16="http://schemas.microsoft.com/office/drawing/2014/main" id="{BE4DB189-CEC9-4031-28AD-CAC69174347A}"/>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2429133315"/>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0_標題及物件-無水平線-右下icon">
    <p:bg>
      <p:bgPr>
        <a:solidFill>
          <a:schemeClr val="bg1"/>
        </a:solidFill>
        <a:effectLst/>
      </p:bgPr>
    </p:bg>
    <p:spTree>
      <p:nvGrpSpPr>
        <p:cNvPr id="1" name=""/>
        <p:cNvGrpSpPr/>
        <p:nvPr/>
      </p:nvGrpSpPr>
      <p:grpSpPr>
        <a:xfrm>
          <a:off x="0" y="0"/>
          <a:ext cx="0" cy="0"/>
          <a:chOff x="0" y="0"/>
          <a:chExt cx="0" cy="0"/>
        </a:xfrm>
      </p:grpSpPr>
      <p:sp>
        <p:nvSpPr>
          <p:cNvPr id="22" name="Text Placeholder 2">
            <a:extLst>
              <a:ext uri="{FF2B5EF4-FFF2-40B4-BE49-F238E27FC236}">
                <a16:creationId xmlns:a16="http://schemas.microsoft.com/office/drawing/2014/main" id="{51863FD7-9945-4756-AAB1-39C20C50A0D7}"/>
              </a:ext>
            </a:extLst>
          </p:cNvPr>
          <p:cNvSpPr>
            <a:spLocks noGrp="1"/>
          </p:cNvSpPr>
          <p:nvPr>
            <p:ph idx="1"/>
          </p:nvPr>
        </p:nvSpPr>
        <p:spPr>
          <a:xfrm>
            <a:off x="1014356" y="1371216"/>
            <a:ext cx="3821857" cy="4558530"/>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24" name="Text Placeholder 2">
            <a:extLst>
              <a:ext uri="{FF2B5EF4-FFF2-40B4-BE49-F238E27FC236}">
                <a16:creationId xmlns:a16="http://schemas.microsoft.com/office/drawing/2014/main" id="{5A779D16-CF37-4600-83B6-5B3502E2E95F}"/>
              </a:ext>
            </a:extLst>
          </p:cNvPr>
          <p:cNvSpPr>
            <a:spLocks noGrp="1"/>
          </p:cNvSpPr>
          <p:nvPr>
            <p:ph idx="12"/>
          </p:nvPr>
        </p:nvSpPr>
        <p:spPr>
          <a:xfrm>
            <a:off x="5107382" y="1371216"/>
            <a:ext cx="3821857" cy="4558530"/>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28" name="Title Placeholder 1">
            <a:extLst>
              <a:ext uri="{FF2B5EF4-FFF2-40B4-BE49-F238E27FC236}">
                <a16:creationId xmlns:a16="http://schemas.microsoft.com/office/drawing/2014/main" id="{65397BA2-1C5F-4631-93F1-F380CA8E9C26}"/>
              </a:ext>
            </a:extLst>
          </p:cNvPr>
          <p:cNvSpPr>
            <a:spLocks noGrp="1"/>
          </p:cNvSpPr>
          <p:nvPr>
            <p:ph type="title"/>
          </p:nvPr>
        </p:nvSpPr>
        <p:spPr>
          <a:xfrm>
            <a:off x="886691" y="392328"/>
            <a:ext cx="7965380" cy="686196"/>
          </a:xfrm>
          <a:prstGeom prst="rect">
            <a:avLst/>
          </a:prstGeom>
        </p:spPr>
        <p:txBody>
          <a:bodyPr vert="horz" lIns="91440" tIns="45720" rIns="91440" bIns="45720" rtlCol="0" anchor="ctr">
            <a:normAutofit/>
          </a:bodyPr>
          <a:lstStyle/>
          <a:p>
            <a:r>
              <a:rPr lang="zh-TW" altLang="en-US"/>
              <a:t>編輯標題</a:t>
            </a:r>
            <a:endParaRPr lang="en-US"/>
          </a:p>
        </p:txBody>
      </p:sp>
      <p:grpSp>
        <p:nvGrpSpPr>
          <p:cNvPr id="3" name="群組 2">
            <a:extLst>
              <a:ext uri="{FF2B5EF4-FFF2-40B4-BE49-F238E27FC236}">
                <a16:creationId xmlns:a16="http://schemas.microsoft.com/office/drawing/2014/main" id="{50F0948B-6BB9-482A-7E16-A37AE8E9BFB9}"/>
              </a:ext>
            </a:extLst>
          </p:cNvPr>
          <p:cNvGrpSpPr/>
          <p:nvPr userDrawn="1"/>
        </p:nvGrpSpPr>
        <p:grpSpPr>
          <a:xfrm rot="16200000">
            <a:off x="7474061" y="4426061"/>
            <a:ext cx="61510" cy="4802368"/>
            <a:chOff x="9844490" y="759117"/>
            <a:chExt cx="61510" cy="4802368"/>
          </a:xfrm>
        </p:grpSpPr>
        <p:sp>
          <p:nvSpPr>
            <p:cNvPr id="4" name="矩形 3">
              <a:extLst>
                <a:ext uri="{FF2B5EF4-FFF2-40B4-BE49-F238E27FC236}">
                  <a16:creationId xmlns:a16="http://schemas.microsoft.com/office/drawing/2014/main" id="{90A52CCC-35D3-BFDD-325A-E40D3961F254}"/>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0DCB3987-A15D-1C57-25A5-41A818542606}"/>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21E231F1-3E6A-78BF-CEEA-2A7244355E77}"/>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D393AC82-0AB4-9551-3FB3-BBC3164498A5}"/>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pic>
        <p:nvPicPr>
          <p:cNvPr id="9" name="圖片 8">
            <a:extLst>
              <a:ext uri="{FF2B5EF4-FFF2-40B4-BE49-F238E27FC236}">
                <a16:creationId xmlns:a16="http://schemas.microsoft.com/office/drawing/2014/main" id="{F285D008-B59D-D3CA-0073-EDD08B34CF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sp>
        <p:nvSpPr>
          <p:cNvPr id="2" name="投影片編號版面配置區 4">
            <a:extLst>
              <a:ext uri="{FF2B5EF4-FFF2-40B4-BE49-F238E27FC236}">
                <a16:creationId xmlns:a16="http://schemas.microsoft.com/office/drawing/2014/main" id="{092BC2BE-B088-6580-69A6-95C99800C9F6}"/>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10" name="Footer Placeholder 4">
            <a:extLst>
              <a:ext uri="{FF2B5EF4-FFF2-40B4-BE49-F238E27FC236}">
                <a16:creationId xmlns:a16="http://schemas.microsoft.com/office/drawing/2014/main" id="{5307DC82-F753-E322-ACE4-ECC4D3B0C423}"/>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2127733971"/>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31_標題及物件-無水平線(深色)-右下icon">
    <p:bg>
      <p:bgPr>
        <a:solidFill>
          <a:schemeClr val="bg1"/>
        </a:solidFill>
        <a:effectLst/>
      </p:bgPr>
    </p:bg>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F8534147-36B9-369C-CF0B-E81E1B21C194}"/>
              </a:ext>
            </a:extLst>
          </p:cNvPr>
          <p:cNvSpPr/>
          <p:nvPr userDrawn="1"/>
        </p:nvSpPr>
        <p:spPr>
          <a:xfrm>
            <a:off x="0" y="0"/>
            <a:ext cx="9906000" cy="6858000"/>
          </a:xfrm>
          <a:prstGeom prst="rect">
            <a:avLst/>
          </a:prstGeom>
          <a:solidFill>
            <a:srgbClr val="0B28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bg1"/>
              </a:solidFill>
            </a:endParaRPr>
          </a:p>
        </p:txBody>
      </p:sp>
      <p:sp>
        <p:nvSpPr>
          <p:cNvPr id="22" name="Text Placeholder 2">
            <a:extLst>
              <a:ext uri="{FF2B5EF4-FFF2-40B4-BE49-F238E27FC236}">
                <a16:creationId xmlns:a16="http://schemas.microsoft.com/office/drawing/2014/main" id="{51863FD7-9945-4756-AAB1-39C20C50A0D7}"/>
              </a:ext>
            </a:extLst>
          </p:cNvPr>
          <p:cNvSpPr>
            <a:spLocks noGrp="1"/>
          </p:cNvSpPr>
          <p:nvPr>
            <p:ph idx="1"/>
          </p:nvPr>
        </p:nvSpPr>
        <p:spPr>
          <a:xfrm>
            <a:off x="1014356" y="1371216"/>
            <a:ext cx="3821857" cy="4558530"/>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24" name="Text Placeholder 2">
            <a:extLst>
              <a:ext uri="{FF2B5EF4-FFF2-40B4-BE49-F238E27FC236}">
                <a16:creationId xmlns:a16="http://schemas.microsoft.com/office/drawing/2014/main" id="{5A779D16-CF37-4600-83B6-5B3502E2E95F}"/>
              </a:ext>
            </a:extLst>
          </p:cNvPr>
          <p:cNvSpPr>
            <a:spLocks noGrp="1"/>
          </p:cNvSpPr>
          <p:nvPr>
            <p:ph idx="12"/>
          </p:nvPr>
        </p:nvSpPr>
        <p:spPr>
          <a:xfrm>
            <a:off x="5107382" y="1371216"/>
            <a:ext cx="3821857" cy="4558530"/>
          </a:xfrm>
          <a:prstGeom prst="rect">
            <a:avLst/>
          </a:prstGeom>
        </p:spPr>
        <p:txBody>
          <a:bodyPr vert="horz" lIns="91440" tIns="45720" rIns="91440" bIns="45720" rtlCol="0">
            <a:norm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28" name="Title Placeholder 1">
            <a:extLst>
              <a:ext uri="{FF2B5EF4-FFF2-40B4-BE49-F238E27FC236}">
                <a16:creationId xmlns:a16="http://schemas.microsoft.com/office/drawing/2014/main" id="{65397BA2-1C5F-4631-93F1-F380CA8E9C26}"/>
              </a:ext>
            </a:extLst>
          </p:cNvPr>
          <p:cNvSpPr>
            <a:spLocks noGrp="1"/>
          </p:cNvSpPr>
          <p:nvPr>
            <p:ph type="title"/>
          </p:nvPr>
        </p:nvSpPr>
        <p:spPr>
          <a:xfrm>
            <a:off x="886691" y="392328"/>
            <a:ext cx="7965380" cy="686196"/>
          </a:xfrm>
          <a:prstGeom prst="rect">
            <a:avLst/>
          </a:prstGeom>
        </p:spPr>
        <p:txBody>
          <a:bodyPr vert="horz" lIns="91440" tIns="45720" rIns="91440" bIns="45720" rtlCol="0" anchor="ctr">
            <a:normAutofit/>
          </a:bodyPr>
          <a:lstStyle>
            <a:lvl1pPr>
              <a:defRPr>
                <a:solidFill>
                  <a:schemeClr val="bg1"/>
                </a:solidFill>
              </a:defRPr>
            </a:lvl1pPr>
          </a:lstStyle>
          <a:p>
            <a:r>
              <a:rPr lang="zh-TW" altLang="en-US"/>
              <a:t>編輯標題</a:t>
            </a:r>
            <a:endParaRPr lang="en-US"/>
          </a:p>
        </p:txBody>
      </p:sp>
      <p:grpSp>
        <p:nvGrpSpPr>
          <p:cNvPr id="3" name="群組 2">
            <a:extLst>
              <a:ext uri="{FF2B5EF4-FFF2-40B4-BE49-F238E27FC236}">
                <a16:creationId xmlns:a16="http://schemas.microsoft.com/office/drawing/2014/main" id="{50F0948B-6BB9-482A-7E16-A37AE8E9BFB9}"/>
              </a:ext>
            </a:extLst>
          </p:cNvPr>
          <p:cNvGrpSpPr/>
          <p:nvPr userDrawn="1"/>
        </p:nvGrpSpPr>
        <p:grpSpPr>
          <a:xfrm rot="16200000">
            <a:off x="7474061" y="4426061"/>
            <a:ext cx="61510" cy="4802368"/>
            <a:chOff x="9844490" y="759117"/>
            <a:chExt cx="61510" cy="4802368"/>
          </a:xfrm>
        </p:grpSpPr>
        <p:sp>
          <p:nvSpPr>
            <p:cNvPr id="4" name="矩形 3">
              <a:extLst>
                <a:ext uri="{FF2B5EF4-FFF2-40B4-BE49-F238E27FC236}">
                  <a16:creationId xmlns:a16="http://schemas.microsoft.com/office/drawing/2014/main" id="{90A52CCC-35D3-BFDD-325A-E40D3961F254}"/>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 name="矩形 4">
              <a:extLst>
                <a:ext uri="{FF2B5EF4-FFF2-40B4-BE49-F238E27FC236}">
                  <a16:creationId xmlns:a16="http://schemas.microsoft.com/office/drawing/2014/main" id="{0DCB3987-A15D-1C57-25A5-41A818542606}"/>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21E231F1-3E6A-78BF-CEEA-2A7244355E77}"/>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D393AC82-0AB4-9551-3FB3-BBC3164498A5}"/>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pic>
        <p:nvPicPr>
          <p:cNvPr id="9" name="圖片 8">
            <a:extLst>
              <a:ext uri="{FF2B5EF4-FFF2-40B4-BE49-F238E27FC236}">
                <a16:creationId xmlns:a16="http://schemas.microsoft.com/office/drawing/2014/main" id="{F285D008-B59D-D3CA-0073-EDD08B34CF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sp>
        <p:nvSpPr>
          <p:cNvPr id="2" name="投影片編號版面配置區 4">
            <a:extLst>
              <a:ext uri="{FF2B5EF4-FFF2-40B4-BE49-F238E27FC236}">
                <a16:creationId xmlns:a16="http://schemas.microsoft.com/office/drawing/2014/main" id="{092BC2BE-B088-6580-69A6-95C99800C9F6}"/>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bg1"/>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11" name="Footer Placeholder 4">
            <a:extLst>
              <a:ext uri="{FF2B5EF4-FFF2-40B4-BE49-F238E27FC236}">
                <a16:creationId xmlns:a16="http://schemas.microsoft.com/office/drawing/2014/main" id="{2D4A6FFC-BE46-6CFB-2ED0-72092B7BF641}"/>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3996031791"/>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2_標題及物件-無水平線-右下slogan">
    <p:bg>
      <p:bgPr>
        <a:solidFill>
          <a:schemeClr val="bg1"/>
        </a:solidFill>
        <a:effectLst/>
      </p:bgPr>
    </p:bg>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4C44F6C6-6AC3-403B-84C8-114B94652A39}"/>
              </a:ext>
            </a:extLst>
          </p:cNvPr>
          <p:cNvSpPr>
            <a:spLocks noGrp="1"/>
          </p:cNvSpPr>
          <p:nvPr>
            <p:ph type="title"/>
          </p:nvPr>
        </p:nvSpPr>
        <p:spPr>
          <a:xfrm>
            <a:off x="1164771" y="392328"/>
            <a:ext cx="7402286" cy="686196"/>
          </a:xfrm>
          <a:prstGeom prst="rect">
            <a:avLst/>
          </a:prstGeom>
        </p:spPr>
        <p:txBody>
          <a:bodyPr vert="horz" lIns="91440" tIns="45720" rIns="91440" bIns="45720" rtlCol="0" anchor="ctr">
            <a:normAutofit/>
          </a:bodyPr>
          <a:lstStyle/>
          <a:p>
            <a:endParaRPr lang="en-US"/>
          </a:p>
        </p:txBody>
      </p:sp>
      <p:grpSp>
        <p:nvGrpSpPr>
          <p:cNvPr id="4" name="群組 3">
            <a:extLst>
              <a:ext uri="{FF2B5EF4-FFF2-40B4-BE49-F238E27FC236}">
                <a16:creationId xmlns:a16="http://schemas.microsoft.com/office/drawing/2014/main" id="{510E1618-FB67-FCD1-B85C-059595E42203}"/>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060C8317-544A-F798-2E2A-7AD672843DCB}"/>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8FE698C9-7997-89F5-B448-CBA124EA578B}"/>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052C0AEB-EEC1-A206-7738-DC822809392C}"/>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6F551CA5-514F-B52A-87AA-B98EA25F37F6}"/>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pic>
        <p:nvPicPr>
          <p:cNvPr id="9" name="圖片 8">
            <a:extLst>
              <a:ext uri="{FF2B5EF4-FFF2-40B4-BE49-F238E27FC236}">
                <a16:creationId xmlns:a16="http://schemas.microsoft.com/office/drawing/2014/main" id="{554B1615-77A8-1A12-9C2C-F9FBAB37E6C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40391" y="6432077"/>
            <a:ext cx="1920240" cy="320040"/>
          </a:xfrm>
          <a:prstGeom prst="rect">
            <a:avLst/>
          </a:prstGeom>
        </p:spPr>
      </p:pic>
      <p:sp>
        <p:nvSpPr>
          <p:cNvPr id="3" name="投影片編號版面配置區 4">
            <a:extLst>
              <a:ext uri="{FF2B5EF4-FFF2-40B4-BE49-F238E27FC236}">
                <a16:creationId xmlns:a16="http://schemas.microsoft.com/office/drawing/2014/main" id="{C583D2BC-81BF-76E1-81AC-67E8CA883888}"/>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11" name="Footer Placeholder 4">
            <a:extLst>
              <a:ext uri="{FF2B5EF4-FFF2-40B4-BE49-F238E27FC236}">
                <a16:creationId xmlns:a16="http://schemas.microsoft.com/office/drawing/2014/main" id="{F45C4DC0-ADC9-FDBC-303B-D11C340B0DB6}"/>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2477277380"/>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3_標題及物件-無水平線-右下icon">
    <p:bg>
      <p:bgPr>
        <a:solidFill>
          <a:schemeClr val="bg1"/>
        </a:solidFill>
        <a:effectLst/>
      </p:bgPr>
    </p:bg>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4C44F6C6-6AC3-403B-84C8-114B94652A39}"/>
              </a:ext>
            </a:extLst>
          </p:cNvPr>
          <p:cNvSpPr>
            <a:spLocks noGrp="1"/>
          </p:cNvSpPr>
          <p:nvPr>
            <p:ph type="title"/>
          </p:nvPr>
        </p:nvSpPr>
        <p:spPr>
          <a:xfrm>
            <a:off x="1164771" y="392328"/>
            <a:ext cx="7402286" cy="686196"/>
          </a:xfrm>
          <a:prstGeom prst="rect">
            <a:avLst/>
          </a:prstGeom>
        </p:spPr>
        <p:txBody>
          <a:bodyPr vert="horz" lIns="91440" tIns="45720" rIns="91440" bIns="45720" rtlCol="0" anchor="ctr">
            <a:normAutofit/>
          </a:bodyPr>
          <a:lstStyle/>
          <a:p>
            <a:endParaRPr lang="en-US"/>
          </a:p>
        </p:txBody>
      </p:sp>
      <p:pic>
        <p:nvPicPr>
          <p:cNvPr id="12" name="圖片 11">
            <a:extLst>
              <a:ext uri="{FF2B5EF4-FFF2-40B4-BE49-F238E27FC236}">
                <a16:creationId xmlns:a16="http://schemas.microsoft.com/office/drawing/2014/main" id="{EBEC0C41-EC87-072A-D494-C186E5B6F29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grpSp>
        <p:nvGrpSpPr>
          <p:cNvPr id="4" name="群組 3">
            <a:extLst>
              <a:ext uri="{FF2B5EF4-FFF2-40B4-BE49-F238E27FC236}">
                <a16:creationId xmlns:a16="http://schemas.microsoft.com/office/drawing/2014/main" id="{510E1618-FB67-FCD1-B85C-059595E42203}"/>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060C8317-544A-F798-2E2A-7AD672843DCB}"/>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8FE698C9-7997-89F5-B448-CBA124EA578B}"/>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052C0AEB-EEC1-A206-7738-DC822809392C}"/>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6F551CA5-514F-B52A-87AA-B98EA25F37F6}"/>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 name="投影片編號版面配置區 4">
            <a:extLst>
              <a:ext uri="{FF2B5EF4-FFF2-40B4-BE49-F238E27FC236}">
                <a16:creationId xmlns:a16="http://schemas.microsoft.com/office/drawing/2014/main" id="{DC731925-1960-8CA0-DB2D-98F48D1432E3}"/>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9" name="Footer Placeholder 4">
            <a:extLst>
              <a:ext uri="{FF2B5EF4-FFF2-40B4-BE49-F238E27FC236}">
                <a16:creationId xmlns:a16="http://schemas.microsoft.com/office/drawing/2014/main" id="{F7D62914-ECBF-CA77-53E6-7D15FD9C769D}"/>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4191308564"/>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4_標題及物件-無水平線(深色)-右下icon">
    <p:bg>
      <p:bgPr>
        <a:solidFill>
          <a:schemeClr val="bg1"/>
        </a:solidFill>
        <a:effectLst/>
      </p:bgPr>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4ACEE94B-8FED-8147-49E2-577DAD149958}"/>
              </a:ext>
            </a:extLst>
          </p:cNvPr>
          <p:cNvSpPr/>
          <p:nvPr userDrawn="1"/>
        </p:nvSpPr>
        <p:spPr>
          <a:xfrm>
            <a:off x="0" y="0"/>
            <a:ext cx="9906000" cy="6858000"/>
          </a:xfrm>
          <a:prstGeom prst="rect">
            <a:avLst/>
          </a:prstGeom>
          <a:solidFill>
            <a:srgbClr val="0B28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Title Placeholder 1">
            <a:extLst>
              <a:ext uri="{FF2B5EF4-FFF2-40B4-BE49-F238E27FC236}">
                <a16:creationId xmlns:a16="http://schemas.microsoft.com/office/drawing/2014/main" id="{4C44F6C6-6AC3-403B-84C8-114B94652A39}"/>
              </a:ext>
            </a:extLst>
          </p:cNvPr>
          <p:cNvSpPr>
            <a:spLocks noGrp="1"/>
          </p:cNvSpPr>
          <p:nvPr>
            <p:ph type="title"/>
          </p:nvPr>
        </p:nvSpPr>
        <p:spPr>
          <a:xfrm>
            <a:off x="1164771" y="392328"/>
            <a:ext cx="7402286" cy="686196"/>
          </a:xfrm>
          <a:prstGeom prst="rect">
            <a:avLst/>
          </a:prstGeom>
        </p:spPr>
        <p:txBody>
          <a:bodyPr vert="horz" lIns="91440" tIns="45720" rIns="91440" bIns="45720" rtlCol="0" anchor="ctr">
            <a:normAutofit/>
          </a:bodyPr>
          <a:lstStyle>
            <a:lvl1pPr>
              <a:defRPr>
                <a:solidFill>
                  <a:schemeClr val="bg1"/>
                </a:solidFill>
              </a:defRPr>
            </a:lvl1pPr>
          </a:lstStyle>
          <a:p>
            <a:endParaRPr lang="en-US"/>
          </a:p>
        </p:txBody>
      </p:sp>
      <p:pic>
        <p:nvPicPr>
          <p:cNvPr id="12" name="圖片 11">
            <a:extLst>
              <a:ext uri="{FF2B5EF4-FFF2-40B4-BE49-F238E27FC236}">
                <a16:creationId xmlns:a16="http://schemas.microsoft.com/office/drawing/2014/main" id="{EBEC0C41-EC87-072A-D494-C186E5B6F29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grpSp>
        <p:nvGrpSpPr>
          <p:cNvPr id="4" name="群組 3">
            <a:extLst>
              <a:ext uri="{FF2B5EF4-FFF2-40B4-BE49-F238E27FC236}">
                <a16:creationId xmlns:a16="http://schemas.microsoft.com/office/drawing/2014/main" id="{510E1618-FB67-FCD1-B85C-059595E42203}"/>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060C8317-544A-F798-2E2A-7AD672843DCB}"/>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8FE698C9-7997-89F5-B448-CBA124EA578B}"/>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052C0AEB-EEC1-A206-7738-DC822809392C}"/>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6F551CA5-514F-B52A-87AA-B98EA25F37F6}"/>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 name="投影片編號版面配置區 4">
            <a:extLst>
              <a:ext uri="{FF2B5EF4-FFF2-40B4-BE49-F238E27FC236}">
                <a16:creationId xmlns:a16="http://schemas.microsoft.com/office/drawing/2014/main" id="{DC731925-1960-8CA0-DB2D-98F48D1432E3}"/>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bg1"/>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11" name="Footer Placeholder 4">
            <a:extLst>
              <a:ext uri="{FF2B5EF4-FFF2-40B4-BE49-F238E27FC236}">
                <a16:creationId xmlns:a16="http://schemas.microsoft.com/office/drawing/2014/main" id="{5D2640C7-AABF-4185-A888-08D4BBB6947C}"/>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3835063209"/>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5_標題及物件-無水平線-右下空白">
    <p:bg>
      <p:bgPr>
        <a:solidFill>
          <a:schemeClr val="bg1"/>
        </a:solidFill>
        <a:effectLst/>
      </p:bgPr>
    </p:bg>
    <p:spTree>
      <p:nvGrpSpPr>
        <p:cNvPr id="1" name=""/>
        <p:cNvGrpSpPr/>
        <p:nvPr/>
      </p:nvGrpSpPr>
      <p:grpSpPr>
        <a:xfrm>
          <a:off x="0" y="0"/>
          <a:ext cx="0" cy="0"/>
          <a:chOff x="0" y="0"/>
          <a:chExt cx="0" cy="0"/>
        </a:xfrm>
      </p:grpSpPr>
      <p:sp>
        <p:nvSpPr>
          <p:cNvPr id="10" name="Title Placeholder 1">
            <a:extLst>
              <a:ext uri="{FF2B5EF4-FFF2-40B4-BE49-F238E27FC236}">
                <a16:creationId xmlns:a16="http://schemas.microsoft.com/office/drawing/2014/main" id="{4C44F6C6-6AC3-403B-84C8-114B94652A39}"/>
              </a:ext>
            </a:extLst>
          </p:cNvPr>
          <p:cNvSpPr>
            <a:spLocks noGrp="1"/>
          </p:cNvSpPr>
          <p:nvPr>
            <p:ph type="title"/>
          </p:nvPr>
        </p:nvSpPr>
        <p:spPr>
          <a:xfrm>
            <a:off x="1164771" y="392328"/>
            <a:ext cx="7402286" cy="686196"/>
          </a:xfrm>
          <a:prstGeom prst="rect">
            <a:avLst/>
          </a:prstGeom>
        </p:spPr>
        <p:txBody>
          <a:bodyPr vert="horz" lIns="91440" tIns="45720" rIns="91440" bIns="45720" rtlCol="0" anchor="ctr">
            <a:normAutofit/>
          </a:bodyPr>
          <a:lstStyle/>
          <a:p>
            <a:endParaRPr lang="en-US"/>
          </a:p>
        </p:txBody>
      </p:sp>
      <p:grpSp>
        <p:nvGrpSpPr>
          <p:cNvPr id="4" name="群組 3">
            <a:extLst>
              <a:ext uri="{FF2B5EF4-FFF2-40B4-BE49-F238E27FC236}">
                <a16:creationId xmlns:a16="http://schemas.microsoft.com/office/drawing/2014/main" id="{510E1618-FB67-FCD1-B85C-059595E42203}"/>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060C8317-544A-F798-2E2A-7AD672843DCB}"/>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8FE698C9-7997-89F5-B448-CBA124EA578B}"/>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052C0AEB-EEC1-A206-7738-DC822809392C}"/>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6F551CA5-514F-B52A-87AA-B98EA25F37F6}"/>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 name="投影片編號版面配置區 4">
            <a:extLst>
              <a:ext uri="{FF2B5EF4-FFF2-40B4-BE49-F238E27FC236}">
                <a16:creationId xmlns:a16="http://schemas.microsoft.com/office/drawing/2014/main" id="{C583D2BC-81BF-76E1-81AC-67E8CA883888}"/>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Tree>
    <p:extLst>
      <p:ext uri="{BB962C8B-B14F-4D97-AF65-F5344CB8AC3E}">
        <p14:creationId xmlns:p14="http://schemas.microsoft.com/office/powerpoint/2010/main" val="1125967436"/>
      </p:ext>
    </p:extLst>
  </p:cSld>
  <p:clrMapOvr>
    <a:masterClrMapping/>
  </p:clrMapOvr>
  <p:extLst>
    <p:ext uri="{DCECCB84-F9BA-43D5-87BE-67443E8EF086}">
      <p15:sldGuideLst xmlns:p15="http://schemas.microsoft.com/office/powerpoint/2012/main">
        <p15:guide id="1" orient="horz" pos="754">
          <p15:clr>
            <a:srgbClr val="FBAE40"/>
          </p15:clr>
        </p15:guide>
        <p15:guide id="2" pos="31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37_結尾簡報">
    <p:bg>
      <p:bgPr>
        <a:solidFill>
          <a:schemeClr val="bg1"/>
        </a:solidFill>
        <a:effectLst/>
      </p:bgPr>
    </p:bg>
    <p:spTree>
      <p:nvGrpSpPr>
        <p:cNvPr id="1" name=""/>
        <p:cNvGrpSpPr/>
        <p:nvPr/>
      </p:nvGrpSpPr>
      <p:grpSpPr>
        <a:xfrm>
          <a:off x="0" y="0"/>
          <a:ext cx="0" cy="0"/>
          <a:chOff x="0" y="0"/>
          <a:chExt cx="0" cy="0"/>
        </a:xfrm>
      </p:grpSpPr>
      <p:sp>
        <p:nvSpPr>
          <p:cNvPr id="10" name="文字版面配置區 9">
            <a:extLst>
              <a:ext uri="{FF2B5EF4-FFF2-40B4-BE49-F238E27FC236}">
                <a16:creationId xmlns:a16="http://schemas.microsoft.com/office/drawing/2014/main" id="{CB6D451B-6506-4EB1-BD74-155B27D5255B}"/>
              </a:ext>
            </a:extLst>
          </p:cNvPr>
          <p:cNvSpPr>
            <a:spLocks noGrp="1"/>
          </p:cNvSpPr>
          <p:nvPr>
            <p:ph type="body" sz="quarter" idx="10" hasCustomPrompt="1"/>
          </p:nvPr>
        </p:nvSpPr>
        <p:spPr>
          <a:xfrm>
            <a:off x="2059636" y="1984076"/>
            <a:ext cx="5243166" cy="972986"/>
          </a:xfrm>
        </p:spPr>
        <p:txBody>
          <a:bodyPr anchor="ctr">
            <a:noAutofit/>
          </a:bodyPr>
          <a:lstStyle>
            <a:lvl1pPr marL="0" indent="0" algn="ctr">
              <a:buNone/>
              <a:defRPr sz="4800" b="1">
                <a:solidFill>
                  <a:schemeClr val="tx1"/>
                </a:solidFill>
              </a:defRPr>
            </a:lvl1pPr>
          </a:lstStyle>
          <a:p>
            <a:pPr lvl="0"/>
            <a:r>
              <a:rPr lang="zh-TW" altLang="en-US"/>
              <a:t>編輯標題</a:t>
            </a:r>
          </a:p>
        </p:txBody>
      </p:sp>
      <p:pic>
        <p:nvPicPr>
          <p:cNvPr id="13" name="圖片 12">
            <a:extLst>
              <a:ext uri="{FF2B5EF4-FFF2-40B4-BE49-F238E27FC236}">
                <a16:creationId xmlns:a16="http://schemas.microsoft.com/office/drawing/2014/main" id="{96BFCFA0-6049-4F7D-8A3C-645947D213F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197556" y="3506847"/>
            <a:ext cx="2967327" cy="491628"/>
          </a:xfrm>
          <a:prstGeom prst="rect">
            <a:avLst/>
          </a:prstGeom>
        </p:spPr>
      </p:pic>
      <p:pic>
        <p:nvPicPr>
          <p:cNvPr id="2" name="圖片 1">
            <a:extLst>
              <a:ext uri="{FF2B5EF4-FFF2-40B4-BE49-F238E27FC236}">
                <a16:creationId xmlns:a16="http://schemas.microsoft.com/office/drawing/2014/main" id="{51235898-D5A6-150E-091F-D6D17DDDB1F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196904" y="4148512"/>
            <a:ext cx="2968630" cy="370027"/>
          </a:xfrm>
          <a:prstGeom prst="rect">
            <a:avLst/>
          </a:prstGeom>
        </p:spPr>
      </p:pic>
      <p:grpSp>
        <p:nvGrpSpPr>
          <p:cNvPr id="3" name="群組 2">
            <a:extLst>
              <a:ext uri="{FF2B5EF4-FFF2-40B4-BE49-F238E27FC236}">
                <a16:creationId xmlns:a16="http://schemas.microsoft.com/office/drawing/2014/main" id="{E894BD9C-378D-8028-4A72-2EA2902226EC}"/>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B0C65EE4-A38D-05DB-4B3C-6AD9E04200F0}"/>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954B323B-38BD-C86C-892A-9D469EEA51FE}"/>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C43D9E5B-21F0-F193-59FC-0A561B899FA1}"/>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68AE8E5B-D943-6535-4053-3A668A7AB950}"/>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pic>
        <p:nvPicPr>
          <p:cNvPr id="9" name="圖片 8" descr="一張含有 字型, 圖形, 螢幕擷取畫面, 文字 的圖片&#10;&#10;自動產生的描述">
            <a:extLst>
              <a:ext uri="{FF2B5EF4-FFF2-40B4-BE49-F238E27FC236}">
                <a16:creationId xmlns:a16="http://schemas.microsoft.com/office/drawing/2014/main" id="{24CF1648-19A8-D5D0-D2BE-C111FB6421B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503895" y="6169069"/>
            <a:ext cx="2307374" cy="284862"/>
          </a:xfrm>
          <a:prstGeom prst="rect">
            <a:avLst/>
          </a:prstGeom>
        </p:spPr>
      </p:pic>
      <p:pic>
        <p:nvPicPr>
          <p:cNvPr id="6" name="圖片 5">
            <a:extLst>
              <a:ext uri="{FF2B5EF4-FFF2-40B4-BE49-F238E27FC236}">
                <a16:creationId xmlns:a16="http://schemas.microsoft.com/office/drawing/2014/main" id="{6B41FC19-98A5-340E-44B4-1D19BD16DB43}"/>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0" y="5563691"/>
            <a:ext cx="6164883" cy="849964"/>
          </a:xfrm>
          <a:prstGeom prst="rect">
            <a:avLst/>
          </a:prstGeom>
        </p:spPr>
      </p:pic>
      <p:pic>
        <p:nvPicPr>
          <p:cNvPr id="14" name="圖片 13">
            <a:extLst>
              <a:ext uri="{FF2B5EF4-FFF2-40B4-BE49-F238E27FC236}">
                <a16:creationId xmlns:a16="http://schemas.microsoft.com/office/drawing/2014/main" id="{C7A95563-5FBF-839E-F245-B1AFF2F2296C}"/>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rot="10800000">
            <a:off x="3741117" y="342329"/>
            <a:ext cx="6164883" cy="849964"/>
          </a:xfrm>
          <a:prstGeom prst="rect">
            <a:avLst/>
          </a:prstGeom>
        </p:spPr>
      </p:pic>
      <p:sp>
        <p:nvSpPr>
          <p:cNvPr id="4" name="Footer Placeholder 4">
            <a:extLst>
              <a:ext uri="{FF2B5EF4-FFF2-40B4-BE49-F238E27FC236}">
                <a16:creationId xmlns:a16="http://schemas.microsoft.com/office/drawing/2014/main" id="{DBA0C8DB-DB51-9CB0-8B4E-DFBFF567ADDA}"/>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31561476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36_結尾簡報(深色)">
    <p:bg>
      <p:bgPr>
        <a:solidFill>
          <a:schemeClr val="bg1"/>
        </a:solidFill>
        <a:effectLst/>
      </p:bgPr>
    </p:bg>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DAE90D9-4BEA-303B-671A-6F79BBE8C3E6}"/>
              </a:ext>
            </a:extLst>
          </p:cNvPr>
          <p:cNvSpPr/>
          <p:nvPr userDrawn="1"/>
        </p:nvSpPr>
        <p:spPr>
          <a:xfrm>
            <a:off x="0" y="0"/>
            <a:ext cx="9906000" cy="6858000"/>
          </a:xfrm>
          <a:prstGeom prst="rect">
            <a:avLst/>
          </a:prstGeom>
          <a:solidFill>
            <a:srgbClr val="0B28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文字版面配置區 9">
            <a:extLst>
              <a:ext uri="{FF2B5EF4-FFF2-40B4-BE49-F238E27FC236}">
                <a16:creationId xmlns:a16="http://schemas.microsoft.com/office/drawing/2014/main" id="{CB6D451B-6506-4EB1-BD74-155B27D5255B}"/>
              </a:ext>
            </a:extLst>
          </p:cNvPr>
          <p:cNvSpPr>
            <a:spLocks noGrp="1"/>
          </p:cNvSpPr>
          <p:nvPr>
            <p:ph type="body" sz="quarter" idx="10" hasCustomPrompt="1"/>
          </p:nvPr>
        </p:nvSpPr>
        <p:spPr>
          <a:xfrm>
            <a:off x="2059636" y="1984076"/>
            <a:ext cx="5243166" cy="972986"/>
          </a:xfrm>
        </p:spPr>
        <p:txBody>
          <a:bodyPr anchor="ctr">
            <a:noAutofit/>
          </a:bodyPr>
          <a:lstStyle>
            <a:lvl1pPr marL="0" indent="0" algn="ctr">
              <a:buNone/>
              <a:defRPr sz="4800" b="1">
                <a:solidFill>
                  <a:schemeClr val="bg1"/>
                </a:solidFill>
              </a:defRPr>
            </a:lvl1pPr>
          </a:lstStyle>
          <a:p>
            <a:pPr lvl="0"/>
            <a:r>
              <a:rPr lang="zh-TW" altLang="en-US"/>
              <a:t>編輯標題</a:t>
            </a:r>
          </a:p>
        </p:txBody>
      </p:sp>
      <p:pic>
        <p:nvPicPr>
          <p:cNvPr id="13" name="圖片 12">
            <a:extLst>
              <a:ext uri="{FF2B5EF4-FFF2-40B4-BE49-F238E27FC236}">
                <a16:creationId xmlns:a16="http://schemas.microsoft.com/office/drawing/2014/main" id="{96BFCFA0-6049-4F7D-8A3C-645947D213F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206335" y="3506847"/>
            <a:ext cx="2949768" cy="491628"/>
          </a:xfrm>
          <a:prstGeom prst="rect">
            <a:avLst/>
          </a:prstGeom>
        </p:spPr>
      </p:pic>
      <p:pic>
        <p:nvPicPr>
          <p:cNvPr id="2" name="圖片 1">
            <a:extLst>
              <a:ext uri="{FF2B5EF4-FFF2-40B4-BE49-F238E27FC236}">
                <a16:creationId xmlns:a16="http://schemas.microsoft.com/office/drawing/2014/main" id="{51235898-D5A6-150E-091F-D6D17DDDB1F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196906" y="4148512"/>
            <a:ext cx="2968626" cy="370027"/>
          </a:xfrm>
          <a:prstGeom prst="rect">
            <a:avLst/>
          </a:prstGeom>
        </p:spPr>
      </p:pic>
      <p:grpSp>
        <p:nvGrpSpPr>
          <p:cNvPr id="3" name="群組 2">
            <a:extLst>
              <a:ext uri="{FF2B5EF4-FFF2-40B4-BE49-F238E27FC236}">
                <a16:creationId xmlns:a16="http://schemas.microsoft.com/office/drawing/2014/main" id="{E894BD9C-378D-8028-4A72-2EA2902226EC}"/>
              </a:ext>
            </a:extLst>
          </p:cNvPr>
          <p:cNvGrpSpPr/>
          <p:nvPr userDrawn="1"/>
        </p:nvGrpSpPr>
        <p:grpSpPr>
          <a:xfrm rot="16200000">
            <a:off x="7474061" y="4426061"/>
            <a:ext cx="61510" cy="4802368"/>
            <a:chOff x="9844490" y="759117"/>
            <a:chExt cx="61510" cy="4802368"/>
          </a:xfrm>
        </p:grpSpPr>
        <p:sp>
          <p:nvSpPr>
            <p:cNvPr id="5" name="矩形 4">
              <a:extLst>
                <a:ext uri="{FF2B5EF4-FFF2-40B4-BE49-F238E27FC236}">
                  <a16:creationId xmlns:a16="http://schemas.microsoft.com/office/drawing/2014/main" id="{B0C65EE4-A38D-05DB-4B3C-6AD9E04200F0}"/>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954B323B-38BD-C86C-892A-9D469EEA51FE}"/>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矩形 7">
              <a:extLst>
                <a:ext uri="{FF2B5EF4-FFF2-40B4-BE49-F238E27FC236}">
                  <a16:creationId xmlns:a16="http://schemas.microsoft.com/office/drawing/2014/main" id="{C43D9E5B-21F0-F193-59FC-0A561B899FA1}"/>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a:extLst>
                <a:ext uri="{FF2B5EF4-FFF2-40B4-BE49-F238E27FC236}">
                  <a16:creationId xmlns:a16="http://schemas.microsoft.com/office/drawing/2014/main" id="{68AE8E5B-D943-6535-4053-3A668A7AB950}"/>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pic>
        <p:nvPicPr>
          <p:cNvPr id="9" name="圖片 8">
            <a:extLst>
              <a:ext uri="{FF2B5EF4-FFF2-40B4-BE49-F238E27FC236}">
                <a16:creationId xmlns:a16="http://schemas.microsoft.com/office/drawing/2014/main" id="{24CF1648-19A8-D5D0-D2BE-C111FB6421B7}"/>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7503895" y="6169069"/>
            <a:ext cx="2307374" cy="284861"/>
          </a:xfrm>
          <a:prstGeom prst="rect">
            <a:avLst/>
          </a:prstGeom>
        </p:spPr>
      </p:pic>
      <p:pic>
        <p:nvPicPr>
          <p:cNvPr id="6" name="圖片 5">
            <a:extLst>
              <a:ext uri="{FF2B5EF4-FFF2-40B4-BE49-F238E27FC236}">
                <a16:creationId xmlns:a16="http://schemas.microsoft.com/office/drawing/2014/main" id="{6B41FC19-98A5-340E-44B4-1D19BD16DB43}"/>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0" y="5563691"/>
            <a:ext cx="6164883" cy="849964"/>
          </a:xfrm>
          <a:prstGeom prst="rect">
            <a:avLst/>
          </a:prstGeom>
        </p:spPr>
      </p:pic>
      <p:pic>
        <p:nvPicPr>
          <p:cNvPr id="14" name="圖片 13">
            <a:extLst>
              <a:ext uri="{FF2B5EF4-FFF2-40B4-BE49-F238E27FC236}">
                <a16:creationId xmlns:a16="http://schemas.microsoft.com/office/drawing/2014/main" id="{C7A95563-5FBF-839E-F245-B1AFF2F2296C}"/>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rot="10800000">
            <a:off x="3741117" y="342329"/>
            <a:ext cx="6164883" cy="849964"/>
          </a:xfrm>
          <a:prstGeom prst="rect">
            <a:avLst/>
          </a:prstGeom>
        </p:spPr>
      </p:pic>
      <p:sp>
        <p:nvSpPr>
          <p:cNvPr id="12" name="Footer Placeholder 4">
            <a:extLst>
              <a:ext uri="{FF2B5EF4-FFF2-40B4-BE49-F238E27FC236}">
                <a16:creationId xmlns:a16="http://schemas.microsoft.com/office/drawing/2014/main" id="{BF79E058-EC78-84A8-F871-0039EE1CB30E}"/>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35852289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742950" y="2130426"/>
            <a:ext cx="8420100" cy="1470025"/>
          </a:xfrm>
        </p:spPr>
        <p:txBody>
          <a:bodyPr>
            <a:normAutofit/>
          </a:bodyPr>
          <a:lstStyle>
            <a:lvl1pPr>
              <a:defRPr lang="zh-TW" altLang="en-US" sz="4400" b="1" kern="1200" dirty="0">
                <a:solidFill>
                  <a:srgbClr val="002060"/>
                </a:solidFill>
                <a:effectLst>
                  <a:outerShdw blurRad="38100" dist="38100" dir="2700000" algn="tl">
                    <a:srgbClr val="000000">
                      <a:alpha val="43137"/>
                    </a:srgbClr>
                  </a:outerShdw>
                </a:effectLst>
                <a:latin typeface="微軟正黑體" pitchFamily="34" charset="-120"/>
                <a:ea typeface="微軟正黑體" pitchFamily="34" charset="-120"/>
                <a:cs typeface="+mj-cs"/>
              </a:defRPr>
            </a:lvl1pPr>
          </a:lstStyle>
          <a:p>
            <a:r>
              <a:rPr lang="zh-TW" altLang="en-US"/>
              <a:t>按一下以編輯母片標題樣式</a:t>
            </a:r>
          </a:p>
        </p:txBody>
      </p:sp>
      <p:sp>
        <p:nvSpPr>
          <p:cNvPr id="3" name="副標題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6" name="投影片編號版面配置區 5"/>
          <p:cNvSpPr>
            <a:spLocks noGrp="1"/>
          </p:cNvSpPr>
          <p:nvPr>
            <p:ph type="sldNum" sz="quarter" idx="12"/>
          </p:nvPr>
        </p:nvSpPr>
        <p:spPr/>
        <p:txBody>
          <a:bodyPr/>
          <a:lstStyle/>
          <a:p>
            <a:fld id="{60A3ED4C-0F91-44B7-BAA2-737FA7EA6A7F}" type="slidenum">
              <a:rPr lang="zh-TW" altLang="en-US" smtClean="0"/>
              <a:pPr/>
              <a:t>‹#›</a:t>
            </a:fld>
            <a:endParaRPr lang="zh-TW" altLang="en-US"/>
          </a:p>
        </p:txBody>
      </p:sp>
    </p:spTree>
    <p:extLst>
      <p:ext uri="{BB962C8B-B14F-4D97-AF65-F5344CB8AC3E}">
        <p14:creationId xmlns:p14="http://schemas.microsoft.com/office/powerpoint/2010/main" val="38894794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2" name="標題 1"/>
          <p:cNvSpPr>
            <a:spLocks noGrp="1"/>
          </p:cNvSpPr>
          <p:nvPr>
            <p:ph type="title"/>
          </p:nvPr>
        </p:nvSpPr>
        <p:spPr>
          <a:xfrm>
            <a:off x="3860879" y="197768"/>
            <a:ext cx="6006667" cy="1143000"/>
          </a:xfrm>
        </p:spPr>
        <p:txBody>
          <a:bodyPr/>
          <a:lstStyle/>
          <a:p>
            <a:r>
              <a:rPr lang="zh-TW" altLang="en-US"/>
              <a:t>按一下以編輯母片標題樣式</a:t>
            </a:r>
          </a:p>
        </p:txBody>
      </p:sp>
      <p:sp>
        <p:nvSpPr>
          <p:cNvPr id="5" name="投影片編號版面配置區 4"/>
          <p:cNvSpPr>
            <a:spLocks noGrp="1"/>
          </p:cNvSpPr>
          <p:nvPr>
            <p:ph type="sldNum" sz="quarter" idx="12"/>
          </p:nvPr>
        </p:nvSpPr>
        <p:spPr>
          <a:xfrm>
            <a:off x="8541398" y="6448252"/>
            <a:ext cx="1337447" cy="365125"/>
          </a:xfrm>
        </p:spPr>
        <p:txBody>
          <a:bodyPr/>
          <a:lstStyle/>
          <a:p>
            <a:fld id="{60A3ED4C-0F91-44B7-BAA2-737FA7EA6A7F}" type="slidenum">
              <a:rPr lang="zh-TW" altLang="en-US" smtClean="0"/>
              <a:pPr/>
              <a:t>‹#›</a:t>
            </a:fld>
            <a:endParaRPr lang="zh-TW" altLang="en-US"/>
          </a:p>
        </p:txBody>
      </p:sp>
      <p:sp>
        <p:nvSpPr>
          <p:cNvPr id="6" name="內容版面配置區 2"/>
          <p:cNvSpPr>
            <a:spLocks noGrp="1"/>
          </p:cNvSpPr>
          <p:nvPr>
            <p:ph sz="half" idx="1"/>
          </p:nvPr>
        </p:nvSpPr>
        <p:spPr>
          <a:xfrm>
            <a:off x="89689" y="0"/>
            <a:ext cx="3716700" cy="6858000"/>
          </a:xfrm>
        </p:spPr>
        <p:txBody>
          <a:bodyPr/>
          <a:lstStyle>
            <a:lvl1pPr>
              <a:defRPr sz="26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zh-TW" altLang="en-US"/>
          </a:p>
        </p:txBody>
      </p:sp>
      <p:cxnSp>
        <p:nvCxnSpPr>
          <p:cNvPr id="7" name="直線接點 6"/>
          <p:cNvCxnSpPr/>
          <p:nvPr userDrawn="1"/>
        </p:nvCxnSpPr>
        <p:spPr>
          <a:xfrm>
            <a:off x="116463" y="1196752"/>
            <a:ext cx="9789537" cy="0"/>
          </a:xfrm>
          <a:prstGeom prst="line">
            <a:avLst/>
          </a:prstGeom>
          <a:ln>
            <a:solidFill>
              <a:schemeClr val="bg1">
                <a:lumMod val="50000"/>
              </a:schemeClr>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30705602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4" name="投影片編號版面配置區 3"/>
          <p:cNvSpPr>
            <a:spLocks noGrp="1"/>
          </p:cNvSpPr>
          <p:nvPr>
            <p:ph type="sldNum" sz="quarter" idx="12"/>
          </p:nvPr>
        </p:nvSpPr>
        <p:spPr/>
        <p:txBody>
          <a:bodyPr/>
          <a:lstStyle/>
          <a:p>
            <a:fld id="{60A3ED4C-0F91-44B7-BAA2-737FA7EA6A7F}" type="slidenum">
              <a:rPr lang="zh-TW" altLang="en-US" smtClean="0"/>
              <a:pPr/>
              <a:t>‹#›</a:t>
            </a:fld>
            <a:endParaRPr lang="zh-TW" altLang="en-US"/>
          </a:p>
        </p:txBody>
      </p:sp>
    </p:spTree>
    <p:extLst>
      <p:ext uri="{BB962C8B-B14F-4D97-AF65-F5344CB8AC3E}">
        <p14:creationId xmlns:p14="http://schemas.microsoft.com/office/powerpoint/2010/main" val="371772796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5" name="投影片編號版面配置區 4"/>
          <p:cNvSpPr>
            <a:spLocks noGrp="1"/>
          </p:cNvSpPr>
          <p:nvPr>
            <p:ph type="sldNum" sz="quarter" idx="12"/>
          </p:nvPr>
        </p:nvSpPr>
        <p:spPr/>
        <p:txBody>
          <a:bodyPr/>
          <a:lstStyle/>
          <a:p>
            <a:fld id="{60A3ED4C-0F91-44B7-BAA2-737FA7EA6A7F}" type="slidenum">
              <a:rPr lang="zh-TW" altLang="en-US" smtClean="0"/>
              <a:pPr/>
              <a:t>‹#›</a:t>
            </a:fld>
            <a:endParaRPr lang="zh-TW" altLang="en-US"/>
          </a:p>
        </p:txBody>
      </p:sp>
      <p:cxnSp>
        <p:nvCxnSpPr>
          <p:cNvPr id="6" name="直線接點 5"/>
          <p:cNvCxnSpPr/>
          <p:nvPr userDrawn="1"/>
        </p:nvCxnSpPr>
        <p:spPr>
          <a:xfrm>
            <a:off x="116463" y="1196752"/>
            <a:ext cx="9789537" cy="0"/>
          </a:xfrm>
          <a:prstGeom prst="line">
            <a:avLst/>
          </a:prstGeom>
          <a:ln>
            <a:solidFill>
              <a:schemeClr val="bg1">
                <a:lumMod val="50000"/>
              </a:schemeClr>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30442190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投影片編號版面配置區 5"/>
          <p:cNvSpPr>
            <a:spLocks noGrp="1"/>
          </p:cNvSpPr>
          <p:nvPr>
            <p:ph type="sldNum" sz="quarter" idx="12"/>
          </p:nvPr>
        </p:nvSpPr>
        <p:spPr/>
        <p:txBody>
          <a:bodyPr/>
          <a:lstStyle/>
          <a:p>
            <a:fld id="{60A3ED4C-0F91-44B7-BAA2-737FA7EA6A7F}" type="slidenum">
              <a:rPr lang="zh-TW" altLang="en-US" smtClean="0"/>
              <a:pPr/>
              <a:t>‹#›</a:t>
            </a:fld>
            <a:endParaRPr lang="zh-TW" altLang="en-US"/>
          </a:p>
        </p:txBody>
      </p:sp>
      <p:cxnSp>
        <p:nvCxnSpPr>
          <p:cNvPr id="10" name="直線接點 9"/>
          <p:cNvCxnSpPr/>
          <p:nvPr userDrawn="1"/>
        </p:nvCxnSpPr>
        <p:spPr>
          <a:xfrm>
            <a:off x="116463" y="1196752"/>
            <a:ext cx="9789537" cy="0"/>
          </a:xfrm>
          <a:prstGeom prst="line">
            <a:avLst/>
          </a:prstGeom>
          <a:ln>
            <a:solidFill>
              <a:schemeClr val="bg1">
                <a:lumMod val="50000"/>
              </a:schemeClr>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05810736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7_標題及物件-無水平線-右下icon">
    <p:bg>
      <p:bgPr>
        <a:solidFill>
          <a:schemeClr val="bg1"/>
        </a:solidFill>
        <a:effectLst/>
      </p:bgPr>
    </p:bg>
    <p:spTree>
      <p:nvGrpSpPr>
        <p:cNvPr id="1" name=""/>
        <p:cNvGrpSpPr/>
        <p:nvPr/>
      </p:nvGrpSpPr>
      <p:grpSpPr>
        <a:xfrm>
          <a:off x="0" y="0"/>
          <a:ext cx="0" cy="0"/>
          <a:chOff x="0" y="0"/>
          <a:chExt cx="0" cy="0"/>
        </a:xfrm>
      </p:grpSpPr>
      <p:sp>
        <p:nvSpPr>
          <p:cNvPr id="20" name="Text Placeholder 2">
            <a:extLst>
              <a:ext uri="{FF2B5EF4-FFF2-40B4-BE49-F238E27FC236}">
                <a16:creationId xmlns:a16="http://schemas.microsoft.com/office/drawing/2014/main" id="{C10E29D9-C0EC-4310-9260-2A2AB895A993}"/>
              </a:ext>
            </a:extLst>
          </p:cNvPr>
          <p:cNvSpPr>
            <a:spLocks noGrp="1"/>
          </p:cNvSpPr>
          <p:nvPr>
            <p:ph idx="1"/>
          </p:nvPr>
        </p:nvSpPr>
        <p:spPr>
          <a:xfrm>
            <a:off x="886692" y="1415306"/>
            <a:ext cx="7965380" cy="4489513"/>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24" name="Title Placeholder 1">
            <a:extLst>
              <a:ext uri="{FF2B5EF4-FFF2-40B4-BE49-F238E27FC236}">
                <a16:creationId xmlns:a16="http://schemas.microsoft.com/office/drawing/2014/main" id="{B2EC939F-FB4A-49B6-BD15-693CECC66C94}"/>
              </a:ext>
            </a:extLst>
          </p:cNvPr>
          <p:cNvSpPr>
            <a:spLocks noGrp="1"/>
          </p:cNvSpPr>
          <p:nvPr>
            <p:ph type="title"/>
          </p:nvPr>
        </p:nvSpPr>
        <p:spPr>
          <a:xfrm>
            <a:off x="1164771" y="392328"/>
            <a:ext cx="7402286" cy="686196"/>
          </a:xfrm>
          <a:prstGeom prst="rect">
            <a:avLst/>
          </a:prstGeom>
        </p:spPr>
        <p:txBody>
          <a:bodyPr vert="horz" lIns="91440" tIns="45720" rIns="91440" bIns="45720" rtlCol="0" anchor="ctr">
            <a:normAutofit/>
          </a:bodyPr>
          <a:lstStyle/>
          <a:p>
            <a:endParaRPr lang="en-US"/>
          </a:p>
        </p:txBody>
      </p:sp>
      <p:grpSp>
        <p:nvGrpSpPr>
          <p:cNvPr id="2" name="群組 1">
            <a:extLst>
              <a:ext uri="{FF2B5EF4-FFF2-40B4-BE49-F238E27FC236}">
                <a16:creationId xmlns:a16="http://schemas.microsoft.com/office/drawing/2014/main" id="{7BA8DCA7-9CB3-CA31-AEAD-E9B883DF787D}"/>
              </a:ext>
            </a:extLst>
          </p:cNvPr>
          <p:cNvGrpSpPr/>
          <p:nvPr userDrawn="1"/>
        </p:nvGrpSpPr>
        <p:grpSpPr>
          <a:xfrm rot="16200000">
            <a:off x="7474061" y="4426062"/>
            <a:ext cx="61510" cy="4802368"/>
            <a:chOff x="9844490" y="759117"/>
            <a:chExt cx="61510" cy="4802368"/>
          </a:xfrm>
        </p:grpSpPr>
        <p:sp>
          <p:nvSpPr>
            <p:cNvPr id="3" name="矩形 2">
              <a:extLst>
                <a:ext uri="{FF2B5EF4-FFF2-40B4-BE49-F238E27FC236}">
                  <a16:creationId xmlns:a16="http://schemas.microsoft.com/office/drawing/2014/main" id="{B6ACA105-D27C-6818-123B-294028AD3E4A}"/>
                </a:ext>
              </a:extLst>
            </p:cNvPr>
            <p:cNvSpPr/>
            <p:nvPr userDrawn="1"/>
          </p:nvSpPr>
          <p:spPr>
            <a:xfrm>
              <a:off x="9844490" y="759117"/>
              <a:ext cx="61510" cy="1164566"/>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63"/>
            </a:p>
          </p:txBody>
        </p:sp>
        <p:sp>
          <p:nvSpPr>
            <p:cNvPr id="5" name="矩形 4">
              <a:extLst>
                <a:ext uri="{FF2B5EF4-FFF2-40B4-BE49-F238E27FC236}">
                  <a16:creationId xmlns:a16="http://schemas.microsoft.com/office/drawing/2014/main" id="{2C74DA12-918D-99A1-5D16-006197076196}"/>
                </a:ext>
              </a:extLst>
            </p:cNvPr>
            <p:cNvSpPr/>
            <p:nvPr userDrawn="1"/>
          </p:nvSpPr>
          <p:spPr>
            <a:xfrm>
              <a:off x="9844490" y="1971718"/>
              <a:ext cx="61510" cy="1164566"/>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63"/>
            </a:p>
          </p:txBody>
        </p:sp>
        <p:sp>
          <p:nvSpPr>
            <p:cNvPr id="6" name="矩形 5">
              <a:extLst>
                <a:ext uri="{FF2B5EF4-FFF2-40B4-BE49-F238E27FC236}">
                  <a16:creationId xmlns:a16="http://schemas.microsoft.com/office/drawing/2014/main" id="{B464567A-3D26-FE10-CCF0-F2EBDE0B8111}"/>
                </a:ext>
              </a:extLst>
            </p:cNvPr>
            <p:cNvSpPr/>
            <p:nvPr userDrawn="1"/>
          </p:nvSpPr>
          <p:spPr>
            <a:xfrm>
              <a:off x="9844490" y="3184319"/>
              <a:ext cx="61510" cy="1164566"/>
            </a:xfrm>
            <a:prstGeom prst="rect">
              <a:avLst/>
            </a:prstGeom>
            <a:solidFill>
              <a:srgbClr val="E78A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63"/>
            </a:p>
          </p:txBody>
        </p:sp>
        <p:sp>
          <p:nvSpPr>
            <p:cNvPr id="7" name="矩形 6">
              <a:extLst>
                <a:ext uri="{FF2B5EF4-FFF2-40B4-BE49-F238E27FC236}">
                  <a16:creationId xmlns:a16="http://schemas.microsoft.com/office/drawing/2014/main" id="{7E08F5CB-CECD-D869-F9BB-BB2FB916A18A}"/>
                </a:ext>
              </a:extLst>
            </p:cNvPr>
            <p:cNvSpPr/>
            <p:nvPr userDrawn="1"/>
          </p:nvSpPr>
          <p:spPr>
            <a:xfrm>
              <a:off x="9844490" y="4396919"/>
              <a:ext cx="61510" cy="1164566"/>
            </a:xfrm>
            <a:prstGeom prst="rect">
              <a:avLst/>
            </a:prstGeom>
            <a:solidFill>
              <a:srgbClr val="2E9E3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63"/>
            </a:p>
          </p:txBody>
        </p:sp>
      </p:grpSp>
      <p:sp>
        <p:nvSpPr>
          <p:cNvPr id="9" name="投影片編號版面配置區 4">
            <a:extLst>
              <a:ext uri="{FF2B5EF4-FFF2-40B4-BE49-F238E27FC236}">
                <a16:creationId xmlns:a16="http://schemas.microsoft.com/office/drawing/2014/main" id="{A9C317D7-AB5A-46B9-4486-CCED0F7B7B89}"/>
              </a:ext>
            </a:extLst>
          </p:cNvPr>
          <p:cNvSpPr>
            <a:spLocks noGrp="1"/>
          </p:cNvSpPr>
          <p:nvPr>
            <p:ph type="sldNum" sz="quarter" idx="4"/>
          </p:nvPr>
        </p:nvSpPr>
        <p:spPr>
          <a:xfrm>
            <a:off x="9457203" y="6466393"/>
            <a:ext cx="429306" cy="270289"/>
          </a:xfrm>
          <a:prstGeom prst="rect">
            <a:avLst/>
          </a:prstGeom>
        </p:spPr>
        <p:txBody>
          <a:bodyPr/>
          <a:lstStyle>
            <a:lvl1pPr algn="ctr">
              <a:defRPr sz="813">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
        <p:nvSpPr>
          <p:cNvPr id="4" name="矩形 3">
            <a:extLst>
              <a:ext uri="{FF2B5EF4-FFF2-40B4-BE49-F238E27FC236}">
                <a16:creationId xmlns:a16="http://schemas.microsoft.com/office/drawing/2014/main" id="{B5F89F41-361E-635F-B746-B9C91FA13FEC}"/>
              </a:ext>
            </a:extLst>
          </p:cNvPr>
          <p:cNvSpPr/>
          <p:nvPr userDrawn="1"/>
        </p:nvSpPr>
        <p:spPr>
          <a:xfrm>
            <a:off x="886692" y="1229148"/>
            <a:ext cx="7965379" cy="45719"/>
          </a:xfrm>
          <a:prstGeom prst="rect">
            <a:avLst/>
          </a:prstGeom>
          <a:solidFill>
            <a:srgbClr val="117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463"/>
          </a:p>
        </p:txBody>
      </p:sp>
    </p:spTree>
    <p:extLst>
      <p:ext uri="{BB962C8B-B14F-4D97-AF65-F5344CB8AC3E}">
        <p14:creationId xmlns:p14="http://schemas.microsoft.com/office/powerpoint/2010/main" val="2334717508"/>
      </p:ext>
    </p:extLst>
  </p:cSld>
  <p:clrMapOvr>
    <a:masterClrMapping/>
  </p:clrMapOvr>
  <p:extLst>
    <p:ext uri="{DCECCB84-F9BA-43D5-87BE-67443E8EF086}">
      <p15:sldGuideLst xmlns:p15="http://schemas.microsoft.com/office/powerpoint/2012/main">
        <p15:guide id="1" orient="horz" pos="754" userDrawn="1">
          <p15:clr>
            <a:srgbClr val="FBAE40"/>
          </p15:clr>
        </p15:guide>
        <p15:guide id="2" pos="3120"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5_章節標題-右下icon">
    <p:bg>
      <p:bgPr>
        <a:solidFill>
          <a:schemeClr val="bg1"/>
        </a:solidFill>
        <a:effectLst/>
      </p:bgPr>
    </p:bg>
    <p:spTree>
      <p:nvGrpSpPr>
        <p:cNvPr id="1" name=""/>
        <p:cNvGrpSpPr/>
        <p:nvPr/>
      </p:nvGrpSpPr>
      <p:grpSpPr>
        <a:xfrm>
          <a:off x="0" y="0"/>
          <a:ext cx="0" cy="0"/>
          <a:chOff x="0" y="0"/>
          <a:chExt cx="0" cy="0"/>
        </a:xfrm>
      </p:grpSpPr>
      <p:pic>
        <p:nvPicPr>
          <p:cNvPr id="3" name="圖片 2" descr="一張含有 螢幕擷取畫面, 行, 鮮豔, 光線 的圖片&#10;&#10;自動產生的描述">
            <a:extLst>
              <a:ext uri="{FF2B5EF4-FFF2-40B4-BE49-F238E27FC236}">
                <a16:creationId xmlns:a16="http://schemas.microsoft.com/office/drawing/2014/main" id="{75AEFFD7-8F10-4EC3-9B70-F08D936548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820279"/>
            <a:ext cx="3873260" cy="824789"/>
          </a:xfrm>
          <a:prstGeom prst="rect">
            <a:avLst/>
          </a:prstGeom>
        </p:spPr>
      </p:pic>
      <p:sp>
        <p:nvSpPr>
          <p:cNvPr id="2" name="Title 1"/>
          <p:cNvSpPr>
            <a:spLocks noGrp="1"/>
          </p:cNvSpPr>
          <p:nvPr>
            <p:ph type="title" hasCustomPrompt="1"/>
          </p:nvPr>
        </p:nvSpPr>
        <p:spPr>
          <a:xfrm>
            <a:off x="1674891" y="2262908"/>
            <a:ext cx="6563762" cy="916225"/>
          </a:xfrm>
        </p:spPr>
        <p:txBody>
          <a:bodyPr anchor="ctr">
            <a:noAutofit/>
          </a:bodyPr>
          <a:lstStyle>
            <a:lvl1pPr algn="ctr">
              <a:defRPr sz="4000" b="1">
                <a:solidFill>
                  <a:schemeClr val="tx1"/>
                </a:solidFill>
              </a:defRPr>
            </a:lvl1pPr>
          </a:lstStyle>
          <a:p>
            <a:r>
              <a:rPr lang="zh-TW" altLang="en-US"/>
              <a:t>編輯標題</a:t>
            </a:r>
            <a:endParaRPr lang="en-US"/>
          </a:p>
        </p:txBody>
      </p:sp>
      <p:sp>
        <p:nvSpPr>
          <p:cNvPr id="8" name="內容版面配置區 7">
            <a:extLst>
              <a:ext uri="{FF2B5EF4-FFF2-40B4-BE49-F238E27FC236}">
                <a16:creationId xmlns:a16="http://schemas.microsoft.com/office/drawing/2014/main" id="{7CEFDCE7-830F-4E23-83DA-B067209372FA}"/>
              </a:ext>
            </a:extLst>
          </p:cNvPr>
          <p:cNvSpPr>
            <a:spLocks noGrp="1"/>
          </p:cNvSpPr>
          <p:nvPr>
            <p:ph sz="quarter" idx="12" hasCustomPrompt="1"/>
          </p:nvPr>
        </p:nvSpPr>
        <p:spPr>
          <a:xfrm>
            <a:off x="3184877" y="3743270"/>
            <a:ext cx="3657206" cy="927100"/>
          </a:xfrm>
        </p:spPr>
        <p:txBody>
          <a:bodyPr>
            <a:normAutofit/>
          </a:bodyPr>
          <a:lstStyle>
            <a:lvl1pPr>
              <a:defRPr sz="2000"/>
            </a:lvl1pPr>
          </a:lstStyle>
          <a:p>
            <a:pPr lvl="0"/>
            <a:r>
              <a:rPr lang="zh-TW" altLang="en-US"/>
              <a:t>副標題</a:t>
            </a:r>
          </a:p>
        </p:txBody>
      </p:sp>
      <p:sp>
        <p:nvSpPr>
          <p:cNvPr id="17" name="矩形 16">
            <a:extLst>
              <a:ext uri="{FF2B5EF4-FFF2-40B4-BE49-F238E27FC236}">
                <a16:creationId xmlns:a16="http://schemas.microsoft.com/office/drawing/2014/main" id="{B4596176-AA7A-9DCA-87A7-368B4AF9FD43}"/>
              </a:ext>
            </a:extLst>
          </p:cNvPr>
          <p:cNvSpPr/>
          <p:nvPr userDrawn="1"/>
        </p:nvSpPr>
        <p:spPr>
          <a:xfrm>
            <a:off x="3191072" y="3429000"/>
            <a:ext cx="3657206" cy="45719"/>
          </a:xfrm>
          <a:prstGeom prst="rect">
            <a:avLst/>
          </a:prstGeom>
          <a:solidFill>
            <a:srgbClr val="1174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6" name="圖片 5">
            <a:extLst>
              <a:ext uri="{FF2B5EF4-FFF2-40B4-BE49-F238E27FC236}">
                <a16:creationId xmlns:a16="http://schemas.microsoft.com/office/drawing/2014/main" id="{79416347-0C41-BE54-CD2E-BBF38F02F94C}"/>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7337534" y="6472066"/>
            <a:ext cx="1925955" cy="240062"/>
          </a:xfrm>
          <a:prstGeom prst="rect">
            <a:avLst/>
          </a:prstGeom>
        </p:spPr>
      </p:pic>
      <p:sp>
        <p:nvSpPr>
          <p:cNvPr id="7" name="投影片編號版面配置區 4">
            <a:extLst>
              <a:ext uri="{FF2B5EF4-FFF2-40B4-BE49-F238E27FC236}">
                <a16:creationId xmlns:a16="http://schemas.microsoft.com/office/drawing/2014/main" id="{3D421EFF-DBF1-4598-A3CC-671F6ED9B43F}"/>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pic>
        <p:nvPicPr>
          <p:cNvPr id="9" name="圖片 8" descr="一張含有 螢幕擷取畫面, 行, 鮮豔, 光線 的圖片&#10;&#10;自動產生的描述">
            <a:extLst>
              <a:ext uri="{FF2B5EF4-FFF2-40B4-BE49-F238E27FC236}">
                <a16:creationId xmlns:a16="http://schemas.microsoft.com/office/drawing/2014/main" id="{3AD9A452-B5F9-B6E3-7601-ED5EA9CDD2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0800000">
            <a:off x="6315344" y="96382"/>
            <a:ext cx="3590653" cy="826331"/>
          </a:xfrm>
          <a:prstGeom prst="rect">
            <a:avLst/>
          </a:prstGeom>
        </p:spPr>
      </p:pic>
      <p:sp>
        <p:nvSpPr>
          <p:cNvPr id="5" name="Footer Placeholder 4">
            <a:extLst>
              <a:ext uri="{FF2B5EF4-FFF2-40B4-BE49-F238E27FC236}">
                <a16:creationId xmlns:a16="http://schemas.microsoft.com/office/drawing/2014/main" id="{E45E5D86-6A99-A06D-5433-BAF59DE9CF5F}"/>
              </a:ext>
            </a:extLst>
          </p:cNvPr>
          <p:cNvSpPr>
            <a:spLocks noGrp="1"/>
          </p:cNvSpPr>
          <p:nvPr>
            <p:ph type="ftr" sz="quarter" idx="11"/>
          </p:nvPr>
        </p:nvSpPr>
        <p:spPr>
          <a:xfrm>
            <a:off x="19491" y="6632054"/>
            <a:ext cx="2728964" cy="220763"/>
          </a:xfrm>
          <a:prstGeom prst="rect">
            <a:avLst/>
          </a:prstGeom>
        </p:spPr>
        <p:txBody>
          <a:bodyPr/>
          <a:lstStyle>
            <a:lvl1pPr>
              <a:defRPr>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Tree>
    <p:extLst>
      <p:ext uri="{BB962C8B-B14F-4D97-AF65-F5344CB8AC3E}">
        <p14:creationId xmlns:p14="http://schemas.microsoft.com/office/powerpoint/2010/main" val="2819085524"/>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5.xml"/><Relationship Id="rId1"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05240"/>
            <a:ext cx="8543925" cy="686196"/>
          </a:xfrm>
          <a:prstGeom prst="rect">
            <a:avLst/>
          </a:prstGeom>
        </p:spPr>
        <p:txBody>
          <a:bodyPr vert="horz" lIns="91440" tIns="45720" rIns="91440" bIns="45720" rtlCol="0" anchor="ctr">
            <a:normAutofit/>
          </a:bodyPr>
          <a:lstStyle/>
          <a:p>
            <a:r>
              <a:rPr lang="zh-TW" altLang="en-US"/>
              <a:t>編輯標題</a:t>
            </a:r>
            <a:endParaRPr lang="en-US"/>
          </a:p>
        </p:txBody>
      </p:sp>
      <p:sp>
        <p:nvSpPr>
          <p:cNvPr id="3" name="Text Placeholder 2"/>
          <p:cNvSpPr>
            <a:spLocks noGrp="1"/>
          </p:cNvSpPr>
          <p:nvPr>
            <p:ph type="body" idx="1"/>
          </p:nvPr>
        </p:nvSpPr>
        <p:spPr>
          <a:xfrm>
            <a:off x="1153887" y="1284514"/>
            <a:ext cx="7641770" cy="4892449"/>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6" name="頁尾版面配置區 5">
            <a:extLst>
              <a:ext uri="{FF2B5EF4-FFF2-40B4-BE49-F238E27FC236}">
                <a16:creationId xmlns:a16="http://schemas.microsoft.com/office/drawing/2014/main" id="{7D4AFBE8-F68C-4C19-A5EF-A4EE2C2E43CF}"/>
              </a:ext>
            </a:extLst>
          </p:cNvPr>
          <p:cNvSpPr>
            <a:spLocks noGrp="1"/>
          </p:cNvSpPr>
          <p:nvPr>
            <p:ph type="ftr" sz="quarter" idx="3"/>
          </p:nvPr>
        </p:nvSpPr>
        <p:spPr>
          <a:xfrm>
            <a:off x="292106" y="6486388"/>
            <a:ext cx="2616504" cy="242705"/>
          </a:xfrm>
          <a:prstGeom prst="rect">
            <a:avLst/>
          </a:prstGeom>
        </p:spPr>
        <p:txBody>
          <a:bodyPr/>
          <a:lstStyle>
            <a:lvl1pPr>
              <a:defRPr lang="zh-TW" altLang="en-US" sz="800" smtClean="0">
                <a:solidFill>
                  <a:schemeClr val="bg1">
                    <a:lumMod val="75000"/>
                  </a:schemeClr>
                </a:solidFill>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
        <p:nvSpPr>
          <p:cNvPr id="4" name="投影片編號版面配置區 4">
            <a:extLst>
              <a:ext uri="{FF2B5EF4-FFF2-40B4-BE49-F238E27FC236}">
                <a16:creationId xmlns:a16="http://schemas.microsoft.com/office/drawing/2014/main" id="{DE722ADE-5D43-CA13-589A-065FCC8E9A17}"/>
              </a:ext>
            </a:extLst>
          </p:cNvPr>
          <p:cNvSpPr>
            <a:spLocks noGrp="1"/>
          </p:cNvSpPr>
          <p:nvPr>
            <p:ph type="sldNum" sz="quarter" idx="4"/>
          </p:nvPr>
        </p:nvSpPr>
        <p:spPr>
          <a:xfrm>
            <a:off x="9457203" y="6466391"/>
            <a:ext cx="429306" cy="270289"/>
          </a:xfrm>
          <a:prstGeom prst="rect">
            <a:avLst/>
          </a:prstGeom>
        </p:spPr>
        <p:txBody>
          <a:bodyPr/>
          <a:lstStyle>
            <a:lvl1pPr algn="ctr">
              <a:defRPr sz="1000">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Tree>
    <p:extLst>
      <p:ext uri="{BB962C8B-B14F-4D97-AF65-F5344CB8AC3E}">
        <p14:creationId xmlns:p14="http://schemas.microsoft.com/office/powerpoint/2010/main" val="1505046813"/>
      </p:ext>
    </p:extLst>
  </p:cSld>
  <p:clrMap bg1="lt1" tx1="dk1" bg2="lt2" tx2="dk2" accent1="accent1" accent2="accent2" accent3="accent3" accent4="accent4" accent5="accent5" accent6="accent6" hlink="hlink" folHlink="folHlink"/>
  <p:sldLayoutIdLst>
    <p:sldLayoutId id="2147483760" r:id="rId1"/>
    <p:sldLayoutId id="2147483823" r:id="rId2"/>
    <p:sldLayoutId id="2147483761" r:id="rId3"/>
    <p:sldLayoutId id="2147483831" r:id="rId4"/>
    <p:sldLayoutId id="2147483778" r:id="rId5"/>
    <p:sldLayoutId id="2147483749" r:id="rId6"/>
    <p:sldLayoutId id="2147483814" r:id="rId7"/>
    <p:sldLayoutId id="2147483815" r:id="rId8"/>
    <p:sldLayoutId id="2147483816" r:id="rId9"/>
    <p:sldLayoutId id="2147483817" r:id="rId10"/>
    <p:sldLayoutId id="2147483818" r:id="rId11"/>
    <p:sldLayoutId id="2147483819" r:id="rId12"/>
    <p:sldLayoutId id="2147483820" r:id="rId13"/>
    <p:sldLayoutId id="2147483821" r:id="rId14"/>
    <p:sldLayoutId id="2147483732" r:id="rId15"/>
    <p:sldLayoutId id="2147483784" r:id="rId16"/>
    <p:sldLayoutId id="2147483824" r:id="rId17"/>
    <p:sldLayoutId id="2147483733" r:id="rId18"/>
    <p:sldLayoutId id="2147483768" r:id="rId19"/>
    <p:sldLayoutId id="2147483825" r:id="rId20"/>
    <p:sldLayoutId id="2147483769" r:id="rId21"/>
    <p:sldLayoutId id="2147483779" r:id="rId22"/>
    <p:sldLayoutId id="2147483826" r:id="rId23"/>
    <p:sldLayoutId id="2147483741" r:id="rId24"/>
    <p:sldLayoutId id="2147483781" r:id="rId25"/>
    <p:sldLayoutId id="2147483827" r:id="rId26"/>
    <p:sldLayoutId id="2147483765" r:id="rId27"/>
    <p:sldLayoutId id="2147483766" r:id="rId28"/>
    <p:sldLayoutId id="2147483828" r:id="rId29"/>
    <p:sldLayoutId id="2147483767" r:id="rId30"/>
    <p:sldLayoutId id="2147483780" r:id="rId31"/>
    <p:sldLayoutId id="2147483829" r:id="rId32"/>
    <p:sldLayoutId id="2147483757" r:id="rId33"/>
    <p:sldLayoutId id="2147483782" r:id="rId34"/>
    <p:sldLayoutId id="2147483830" r:id="rId35"/>
    <p:sldLayoutId id="2147483822" r:id="rId36"/>
    <p:sldLayoutId id="2147483832" r:id="rId37"/>
    <p:sldLayoutId id="2147483730" r:id="rId38"/>
    <p:sldLayoutId id="2147483841" r:id="rId39"/>
    <p:sldLayoutId id="2147483834" r:id="rId40"/>
    <p:sldLayoutId id="2147483835" r:id="rId41"/>
    <p:sldLayoutId id="2147483837" r:id="rId42"/>
    <p:sldLayoutId id="2147483839" r:id="rId43"/>
  </p:sldLayoutIdLst>
  <p:hf hdr="0" dt="0"/>
  <p:txStyles>
    <p:titleStyle>
      <a:lvl1pPr algn="ctr" defTabSz="603647" rtl="0" eaLnBrk="1" latinLnBrk="0" hangingPunct="1">
        <a:lnSpc>
          <a:spcPct val="90000"/>
        </a:lnSpc>
        <a:spcBef>
          <a:spcPct val="0"/>
        </a:spcBef>
        <a:buNone/>
        <a:defRPr sz="3600" b="1" kern="1200">
          <a:solidFill>
            <a:schemeClr val="tx1"/>
          </a:solidFill>
          <a:latin typeface="微軟正黑體" panose="020B0604030504040204" pitchFamily="34" charset="-120"/>
          <a:ea typeface="微軟正黑體" panose="020B0604030504040204" pitchFamily="34" charset="-120"/>
          <a:cs typeface="+mj-cs"/>
        </a:defRPr>
      </a:lvl1pPr>
    </p:titleStyle>
    <p:bodyStyle>
      <a:lvl1pPr marL="271463" indent="-271463" algn="l" defTabSz="603647" rtl="0" eaLnBrk="1" latinLnBrk="0" hangingPunct="1">
        <a:lnSpc>
          <a:spcPct val="100000"/>
        </a:lnSpc>
        <a:spcBef>
          <a:spcPts val="600"/>
        </a:spcBef>
        <a:buClr>
          <a:srgbClr val="1E4660"/>
        </a:buClr>
        <a:buSzPct val="100000"/>
        <a:buFont typeface="Wingdings" panose="05000000000000000000" pitchFamily="2" charset="2"/>
        <a:buChar char="l"/>
        <a:defRPr sz="2800" kern="1200">
          <a:solidFill>
            <a:schemeClr val="tx1"/>
          </a:solidFill>
          <a:latin typeface="微軟正黑體" panose="020B0604030504040204" pitchFamily="34" charset="-120"/>
          <a:ea typeface="微軟正黑體" panose="020B0604030504040204" pitchFamily="34" charset="-120"/>
          <a:cs typeface="+mn-cs"/>
        </a:defRPr>
      </a:lvl1pPr>
      <a:lvl2pPr marL="533400" indent="-231775" algn="l" defTabSz="603647" rtl="0" eaLnBrk="1" latinLnBrk="0" hangingPunct="1">
        <a:lnSpc>
          <a:spcPct val="100000"/>
        </a:lnSpc>
        <a:spcBef>
          <a:spcPts val="600"/>
        </a:spcBef>
        <a:buClr>
          <a:srgbClr val="1E4660"/>
        </a:buClr>
        <a:buSzPct val="100000"/>
        <a:buFont typeface="Arial" panose="020B0604020202020204" pitchFamily="34" charset="0"/>
        <a:buChar char="–"/>
        <a:defRPr sz="2400" kern="1200">
          <a:solidFill>
            <a:schemeClr val="tx1"/>
          </a:solidFill>
          <a:latin typeface="微軟正黑體" panose="020B0604030504040204" pitchFamily="34" charset="-120"/>
          <a:ea typeface="微軟正黑體" panose="020B0604030504040204" pitchFamily="34" charset="-120"/>
          <a:cs typeface="+mn-cs"/>
        </a:defRPr>
      </a:lvl2pPr>
      <a:lvl3pPr marL="804863" indent="-201613" algn="l" defTabSz="603647" rtl="0" eaLnBrk="1" latinLnBrk="0" hangingPunct="1">
        <a:lnSpc>
          <a:spcPct val="100000"/>
        </a:lnSpc>
        <a:spcBef>
          <a:spcPts val="600"/>
        </a:spcBef>
        <a:buClr>
          <a:srgbClr val="1E4660"/>
        </a:buClr>
        <a:buSzPct val="100000"/>
        <a:buFont typeface="Wingdings" panose="05000000000000000000" pitchFamily="2" charset="2"/>
        <a:buChar char="n"/>
        <a:defRPr sz="2000" kern="1200">
          <a:solidFill>
            <a:schemeClr val="tx1"/>
          </a:solidFill>
          <a:latin typeface="微軟正黑體" panose="020B0604030504040204" pitchFamily="34" charset="-120"/>
          <a:ea typeface="微軟正黑體" panose="020B0604030504040204" pitchFamily="34" charset="-120"/>
          <a:cs typeface="+mn-cs"/>
        </a:defRPr>
      </a:lvl3pPr>
      <a:lvl4pPr marL="1077913" indent="-173038" algn="l" defTabSz="603647" rtl="0" eaLnBrk="1" latinLnBrk="0" hangingPunct="1">
        <a:lnSpc>
          <a:spcPct val="100000"/>
        </a:lnSpc>
        <a:spcBef>
          <a:spcPts val="600"/>
        </a:spcBef>
        <a:buClr>
          <a:srgbClr val="1E4660"/>
        </a:buClr>
        <a:buSzPct val="100000"/>
        <a:buFont typeface="Wingdings" panose="05000000000000000000" pitchFamily="2" charset="2"/>
        <a:buChar char="u"/>
        <a:defRPr sz="1800" kern="1200">
          <a:solidFill>
            <a:schemeClr val="tx1"/>
          </a:solidFill>
          <a:latin typeface="微軟正黑體" panose="020B0604030504040204" pitchFamily="34" charset="-120"/>
          <a:ea typeface="微軟正黑體" panose="020B0604030504040204" pitchFamily="34" charset="-120"/>
          <a:cs typeface="+mn-cs"/>
        </a:defRPr>
      </a:lvl4pPr>
      <a:lvl5pPr marL="1436688" indent="-230188" algn="l" defTabSz="603647" rtl="0" eaLnBrk="1" latinLnBrk="0" hangingPunct="1">
        <a:lnSpc>
          <a:spcPct val="100000"/>
        </a:lnSpc>
        <a:spcBef>
          <a:spcPts val="600"/>
        </a:spcBef>
        <a:buClr>
          <a:srgbClr val="1E4660"/>
        </a:buClr>
        <a:buSzPct val="100000"/>
        <a:buFont typeface="Wingdings" panose="05000000000000000000" pitchFamily="2" charset="2"/>
        <a:buChar char="p"/>
        <a:defRPr sz="1800" kern="1200">
          <a:solidFill>
            <a:schemeClr val="tx1"/>
          </a:solidFill>
          <a:latin typeface="微軟正黑體" panose="020B0604030504040204" pitchFamily="34" charset="-120"/>
          <a:ea typeface="微軟正黑體" panose="020B0604030504040204" pitchFamily="34" charset="-120"/>
          <a:cs typeface="+mn-cs"/>
        </a:defRPr>
      </a:lvl5pPr>
      <a:lvl6pPr marL="1660029"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6pPr>
      <a:lvl7pPr marL="1961853"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7pPr>
      <a:lvl8pPr marL="2263676"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8pPr>
      <a:lvl9pPr marL="2565500"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9pPr>
    </p:bodyStyle>
    <p:otherStyle>
      <a:defPPr>
        <a:defRPr lang="en-US"/>
      </a:defPPr>
      <a:lvl1pPr marL="0" algn="l" defTabSz="603647" rtl="0" eaLnBrk="1" latinLnBrk="0" hangingPunct="1">
        <a:defRPr sz="1189" kern="1200">
          <a:solidFill>
            <a:schemeClr val="tx1"/>
          </a:solidFill>
          <a:latin typeface="+mn-lt"/>
          <a:ea typeface="+mn-ea"/>
          <a:cs typeface="+mn-cs"/>
        </a:defRPr>
      </a:lvl1pPr>
      <a:lvl2pPr marL="301823" algn="l" defTabSz="603647" rtl="0" eaLnBrk="1" latinLnBrk="0" hangingPunct="1">
        <a:defRPr sz="1189" kern="1200">
          <a:solidFill>
            <a:schemeClr val="tx1"/>
          </a:solidFill>
          <a:latin typeface="+mn-lt"/>
          <a:ea typeface="+mn-ea"/>
          <a:cs typeface="+mn-cs"/>
        </a:defRPr>
      </a:lvl2pPr>
      <a:lvl3pPr marL="603647" algn="l" defTabSz="603647" rtl="0" eaLnBrk="1" latinLnBrk="0" hangingPunct="1">
        <a:defRPr sz="1189" kern="1200">
          <a:solidFill>
            <a:schemeClr val="tx1"/>
          </a:solidFill>
          <a:latin typeface="+mn-lt"/>
          <a:ea typeface="+mn-ea"/>
          <a:cs typeface="+mn-cs"/>
        </a:defRPr>
      </a:lvl3pPr>
      <a:lvl4pPr marL="905470" algn="l" defTabSz="603647" rtl="0" eaLnBrk="1" latinLnBrk="0" hangingPunct="1">
        <a:defRPr sz="1189" kern="1200">
          <a:solidFill>
            <a:schemeClr val="tx1"/>
          </a:solidFill>
          <a:latin typeface="+mn-lt"/>
          <a:ea typeface="+mn-ea"/>
          <a:cs typeface="+mn-cs"/>
        </a:defRPr>
      </a:lvl4pPr>
      <a:lvl5pPr marL="1207294" algn="l" defTabSz="603647" rtl="0" eaLnBrk="1" latinLnBrk="0" hangingPunct="1">
        <a:defRPr sz="1189" kern="1200">
          <a:solidFill>
            <a:schemeClr val="tx1"/>
          </a:solidFill>
          <a:latin typeface="+mn-lt"/>
          <a:ea typeface="+mn-ea"/>
          <a:cs typeface="+mn-cs"/>
        </a:defRPr>
      </a:lvl5pPr>
      <a:lvl6pPr marL="1509117" algn="l" defTabSz="603647" rtl="0" eaLnBrk="1" latinLnBrk="0" hangingPunct="1">
        <a:defRPr sz="1189" kern="1200">
          <a:solidFill>
            <a:schemeClr val="tx1"/>
          </a:solidFill>
          <a:latin typeface="+mn-lt"/>
          <a:ea typeface="+mn-ea"/>
          <a:cs typeface="+mn-cs"/>
        </a:defRPr>
      </a:lvl6pPr>
      <a:lvl7pPr marL="1810941" algn="l" defTabSz="603647" rtl="0" eaLnBrk="1" latinLnBrk="0" hangingPunct="1">
        <a:defRPr sz="1189" kern="1200">
          <a:solidFill>
            <a:schemeClr val="tx1"/>
          </a:solidFill>
          <a:latin typeface="+mn-lt"/>
          <a:ea typeface="+mn-ea"/>
          <a:cs typeface="+mn-cs"/>
        </a:defRPr>
      </a:lvl7pPr>
      <a:lvl8pPr marL="2112764" algn="l" defTabSz="603647" rtl="0" eaLnBrk="1" latinLnBrk="0" hangingPunct="1">
        <a:defRPr sz="1189" kern="1200">
          <a:solidFill>
            <a:schemeClr val="tx1"/>
          </a:solidFill>
          <a:latin typeface="+mn-lt"/>
          <a:ea typeface="+mn-ea"/>
          <a:cs typeface="+mn-cs"/>
        </a:defRPr>
      </a:lvl8pPr>
      <a:lvl9pPr marL="2414588" algn="l" defTabSz="603647" rtl="0" eaLnBrk="1" latinLnBrk="0" hangingPunct="1">
        <a:defRPr sz="1189"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05240"/>
            <a:ext cx="8543925" cy="686196"/>
          </a:xfrm>
          <a:prstGeom prst="rect">
            <a:avLst/>
          </a:prstGeom>
        </p:spPr>
        <p:txBody>
          <a:bodyPr vert="horz" lIns="91440" tIns="45720" rIns="91440" bIns="45720" rtlCol="0" anchor="ctr">
            <a:normAutofit/>
          </a:bodyPr>
          <a:lstStyle/>
          <a:p>
            <a:r>
              <a:rPr lang="zh-TW" altLang="en-US"/>
              <a:t>編輯標題</a:t>
            </a:r>
            <a:endParaRPr lang="en-US"/>
          </a:p>
        </p:txBody>
      </p:sp>
      <p:sp>
        <p:nvSpPr>
          <p:cNvPr id="3" name="Text Placeholder 2"/>
          <p:cNvSpPr>
            <a:spLocks noGrp="1"/>
          </p:cNvSpPr>
          <p:nvPr>
            <p:ph type="body" idx="1"/>
          </p:nvPr>
        </p:nvSpPr>
        <p:spPr>
          <a:xfrm>
            <a:off x="1153888" y="1284514"/>
            <a:ext cx="7641770" cy="4892449"/>
          </a:xfrm>
          <a:prstGeom prst="rect">
            <a:avLst/>
          </a:prstGeom>
        </p:spPr>
        <p:txBody>
          <a:bodyPr vert="horz" lIns="91440" tIns="45720" rIns="91440" bIns="45720" rtlCol="0">
            <a:normAutofit/>
          </a:bodyPr>
          <a:lstStyle/>
          <a:p>
            <a:pPr lvl="0"/>
            <a:r>
              <a:rPr lang="zh-TW" altLang="en-US"/>
              <a:t>編輯母片文字</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6" name="頁尾版面配置區 5">
            <a:extLst>
              <a:ext uri="{FF2B5EF4-FFF2-40B4-BE49-F238E27FC236}">
                <a16:creationId xmlns:a16="http://schemas.microsoft.com/office/drawing/2014/main" id="{7D4AFBE8-F68C-4C19-A5EF-A4EE2C2E43CF}"/>
              </a:ext>
            </a:extLst>
          </p:cNvPr>
          <p:cNvSpPr>
            <a:spLocks noGrp="1"/>
          </p:cNvSpPr>
          <p:nvPr>
            <p:ph type="ftr" sz="quarter" idx="3"/>
          </p:nvPr>
        </p:nvSpPr>
        <p:spPr>
          <a:xfrm>
            <a:off x="19492" y="6633801"/>
            <a:ext cx="2616504" cy="242705"/>
          </a:xfrm>
          <a:prstGeom prst="rect">
            <a:avLst/>
          </a:prstGeom>
        </p:spPr>
        <p:txBody>
          <a:bodyPr/>
          <a:lstStyle>
            <a:lvl1pPr>
              <a:defRPr lang="zh-TW" altLang="en-US" sz="650" smtClean="0">
                <a:solidFill>
                  <a:schemeClr val="bg1">
                    <a:lumMod val="75000"/>
                  </a:schemeClr>
                </a:solidFill>
                <a:latin typeface="微軟正黑體" panose="020B0604030504040204" pitchFamily="34" charset="-120"/>
                <a:ea typeface="微軟正黑體" panose="020B0604030504040204" pitchFamily="34" charset="-120"/>
              </a:defRPr>
            </a:lvl1pPr>
          </a:lstStyle>
          <a:p>
            <a:r>
              <a:rPr lang="zh-TW" altLang="en-US"/>
              <a:t>智慧財產權屬資拓宏宇國際</a:t>
            </a:r>
            <a:r>
              <a:rPr lang="en-US" altLang="zh-TW"/>
              <a:t>(</a:t>
            </a:r>
            <a:r>
              <a:rPr lang="zh-TW" altLang="en-US"/>
              <a:t>股</a:t>
            </a:r>
            <a:r>
              <a:rPr lang="en-US" altLang="zh-TW"/>
              <a:t>)</a:t>
            </a:r>
            <a:r>
              <a:rPr lang="zh-TW" altLang="en-US"/>
              <a:t>公司，複製或轉載必究</a:t>
            </a:r>
          </a:p>
        </p:txBody>
      </p:sp>
      <p:sp>
        <p:nvSpPr>
          <p:cNvPr id="4" name="投影片編號版面配置區 4">
            <a:extLst>
              <a:ext uri="{FF2B5EF4-FFF2-40B4-BE49-F238E27FC236}">
                <a16:creationId xmlns:a16="http://schemas.microsoft.com/office/drawing/2014/main" id="{DE722ADE-5D43-CA13-589A-065FCC8E9A17}"/>
              </a:ext>
            </a:extLst>
          </p:cNvPr>
          <p:cNvSpPr>
            <a:spLocks noGrp="1"/>
          </p:cNvSpPr>
          <p:nvPr>
            <p:ph type="sldNum" sz="quarter" idx="4"/>
          </p:nvPr>
        </p:nvSpPr>
        <p:spPr>
          <a:xfrm>
            <a:off x="9457203" y="6466393"/>
            <a:ext cx="429306" cy="270289"/>
          </a:xfrm>
          <a:prstGeom prst="rect">
            <a:avLst/>
          </a:prstGeom>
        </p:spPr>
        <p:txBody>
          <a:bodyPr/>
          <a:lstStyle>
            <a:lvl1pPr algn="ctr">
              <a:defRPr sz="813">
                <a:solidFill>
                  <a:schemeClr val="tx1">
                    <a:lumMod val="85000"/>
                    <a:lumOff val="15000"/>
                  </a:schemeClr>
                </a:solidFill>
                <a:latin typeface="微軟正黑體" panose="020B0604030504040204" pitchFamily="34" charset="-120"/>
                <a:ea typeface="微軟正黑體" panose="020B0604030504040204" pitchFamily="34" charset="-120"/>
              </a:defRPr>
            </a:lvl1pPr>
          </a:lstStyle>
          <a:p>
            <a:fld id="{60BF0995-13CC-46C9-9B56-390823875C0A}" type="slidenum">
              <a:rPr lang="zh-TW" altLang="en-US" smtClean="0"/>
              <a:pPr/>
              <a:t>‹#›</a:t>
            </a:fld>
            <a:endParaRPr lang="zh-TW" altLang="en-US"/>
          </a:p>
        </p:txBody>
      </p:sp>
    </p:spTree>
    <p:extLst>
      <p:ext uri="{BB962C8B-B14F-4D97-AF65-F5344CB8AC3E}">
        <p14:creationId xmlns:p14="http://schemas.microsoft.com/office/powerpoint/2010/main" val="1505046813"/>
      </p:ext>
    </p:extLst>
  </p:cSld>
  <p:clrMap bg1="lt1" tx1="dk1" bg2="lt2" tx2="dk2" accent1="accent1" accent2="accent2" accent3="accent3" accent4="accent4" accent5="accent5" accent6="accent6" hlink="hlink" folHlink="folHlink"/>
  <p:sldLayoutIdLst>
    <p:sldLayoutId id="2147483833" r:id="rId1"/>
    <p:sldLayoutId id="2147483842" r:id="rId2"/>
  </p:sldLayoutIdLst>
  <p:hf hdr="0" dt="0"/>
  <p:txStyles>
    <p:titleStyle>
      <a:lvl1pPr algn="ctr" defTabSz="603647" rtl="0" eaLnBrk="1" latinLnBrk="0" hangingPunct="1">
        <a:lnSpc>
          <a:spcPct val="90000"/>
        </a:lnSpc>
        <a:spcBef>
          <a:spcPct val="0"/>
        </a:spcBef>
        <a:buNone/>
        <a:defRPr sz="3600" b="1" kern="1200">
          <a:solidFill>
            <a:schemeClr val="tx1"/>
          </a:solidFill>
          <a:latin typeface="微軟正黑體" panose="020B0604030504040204" pitchFamily="34" charset="-120"/>
          <a:ea typeface="微軟正黑體" panose="020B0604030504040204" pitchFamily="34" charset="-120"/>
          <a:cs typeface="+mj-cs"/>
        </a:defRPr>
      </a:lvl1pPr>
    </p:titleStyle>
    <p:bodyStyle>
      <a:lvl1pPr marL="271463" indent="-271463" algn="l" defTabSz="603647" rtl="0" eaLnBrk="1" latinLnBrk="0" hangingPunct="1">
        <a:lnSpc>
          <a:spcPct val="100000"/>
        </a:lnSpc>
        <a:spcBef>
          <a:spcPts val="600"/>
        </a:spcBef>
        <a:buClr>
          <a:srgbClr val="1E4660"/>
        </a:buClr>
        <a:buSzPct val="100000"/>
        <a:buFont typeface="Wingdings" panose="05000000000000000000" pitchFamily="2" charset="2"/>
        <a:buChar char="l"/>
        <a:defRPr sz="2800" kern="1200">
          <a:solidFill>
            <a:schemeClr val="tx1"/>
          </a:solidFill>
          <a:latin typeface="微軟正黑體" panose="020B0604030504040204" pitchFamily="34" charset="-120"/>
          <a:ea typeface="微軟正黑體" panose="020B0604030504040204" pitchFamily="34" charset="-120"/>
          <a:cs typeface="+mn-cs"/>
        </a:defRPr>
      </a:lvl1pPr>
      <a:lvl2pPr marL="533400" indent="-231775" algn="l" defTabSz="603647" rtl="0" eaLnBrk="1" latinLnBrk="0" hangingPunct="1">
        <a:lnSpc>
          <a:spcPct val="100000"/>
        </a:lnSpc>
        <a:spcBef>
          <a:spcPts val="600"/>
        </a:spcBef>
        <a:buClr>
          <a:srgbClr val="1E4660"/>
        </a:buClr>
        <a:buSzPct val="100000"/>
        <a:buFont typeface="Arial" panose="020B0604020202020204" pitchFamily="34" charset="0"/>
        <a:buChar char="–"/>
        <a:defRPr sz="2400" kern="1200">
          <a:solidFill>
            <a:schemeClr val="tx1"/>
          </a:solidFill>
          <a:latin typeface="微軟正黑體" panose="020B0604030504040204" pitchFamily="34" charset="-120"/>
          <a:ea typeface="微軟正黑體" panose="020B0604030504040204" pitchFamily="34" charset="-120"/>
          <a:cs typeface="+mn-cs"/>
        </a:defRPr>
      </a:lvl2pPr>
      <a:lvl3pPr marL="804863" indent="-201613" algn="l" defTabSz="603647" rtl="0" eaLnBrk="1" latinLnBrk="0" hangingPunct="1">
        <a:lnSpc>
          <a:spcPct val="100000"/>
        </a:lnSpc>
        <a:spcBef>
          <a:spcPts val="600"/>
        </a:spcBef>
        <a:buClr>
          <a:srgbClr val="1E4660"/>
        </a:buClr>
        <a:buSzPct val="100000"/>
        <a:buFont typeface="Wingdings" panose="05000000000000000000" pitchFamily="2" charset="2"/>
        <a:buChar char="n"/>
        <a:defRPr sz="2000" kern="1200">
          <a:solidFill>
            <a:schemeClr val="tx1"/>
          </a:solidFill>
          <a:latin typeface="微軟正黑體" panose="020B0604030504040204" pitchFamily="34" charset="-120"/>
          <a:ea typeface="微軟正黑體" panose="020B0604030504040204" pitchFamily="34" charset="-120"/>
          <a:cs typeface="+mn-cs"/>
        </a:defRPr>
      </a:lvl3pPr>
      <a:lvl4pPr marL="1077913" indent="-173038" algn="l" defTabSz="603647" rtl="0" eaLnBrk="1" latinLnBrk="0" hangingPunct="1">
        <a:lnSpc>
          <a:spcPct val="100000"/>
        </a:lnSpc>
        <a:spcBef>
          <a:spcPts val="600"/>
        </a:spcBef>
        <a:buClr>
          <a:srgbClr val="1E4660"/>
        </a:buClr>
        <a:buSzPct val="100000"/>
        <a:buFont typeface="Wingdings" panose="05000000000000000000" pitchFamily="2" charset="2"/>
        <a:buChar char="u"/>
        <a:defRPr sz="1800" kern="1200">
          <a:solidFill>
            <a:schemeClr val="tx1"/>
          </a:solidFill>
          <a:latin typeface="微軟正黑體" panose="020B0604030504040204" pitchFamily="34" charset="-120"/>
          <a:ea typeface="微軟正黑體" panose="020B0604030504040204" pitchFamily="34" charset="-120"/>
          <a:cs typeface="+mn-cs"/>
        </a:defRPr>
      </a:lvl4pPr>
      <a:lvl5pPr marL="1436688" indent="-230188" algn="l" defTabSz="603647" rtl="0" eaLnBrk="1" latinLnBrk="0" hangingPunct="1">
        <a:lnSpc>
          <a:spcPct val="100000"/>
        </a:lnSpc>
        <a:spcBef>
          <a:spcPts val="600"/>
        </a:spcBef>
        <a:buClr>
          <a:srgbClr val="1E4660"/>
        </a:buClr>
        <a:buSzPct val="100000"/>
        <a:buFont typeface="Wingdings" panose="05000000000000000000" pitchFamily="2" charset="2"/>
        <a:buChar char="p"/>
        <a:defRPr sz="1800" kern="1200">
          <a:solidFill>
            <a:schemeClr val="tx1"/>
          </a:solidFill>
          <a:latin typeface="微軟正黑體" panose="020B0604030504040204" pitchFamily="34" charset="-120"/>
          <a:ea typeface="微軟正黑體" panose="020B0604030504040204" pitchFamily="34" charset="-120"/>
          <a:cs typeface="+mn-cs"/>
        </a:defRPr>
      </a:lvl5pPr>
      <a:lvl6pPr marL="1660029"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6pPr>
      <a:lvl7pPr marL="1961853"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7pPr>
      <a:lvl8pPr marL="2263676"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8pPr>
      <a:lvl9pPr marL="2565500"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9pPr>
    </p:bodyStyle>
    <p:otherStyle>
      <a:defPPr>
        <a:defRPr lang="en-US"/>
      </a:defPPr>
      <a:lvl1pPr marL="0" algn="l" defTabSz="603647" rtl="0" eaLnBrk="1" latinLnBrk="0" hangingPunct="1">
        <a:defRPr sz="1189" kern="1200">
          <a:solidFill>
            <a:schemeClr val="tx1"/>
          </a:solidFill>
          <a:latin typeface="+mn-lt"/>
          <a:ea typeface="+mn-ea"/>
          <a:cs typeface="+mn-cs"/>
        </a:defRPr>
      </a:lvl1pPr>
      <a:lvl2pPr marL="301823" algn="l" defTabSz="603647" rtl="0" eaLnBrk="1" latinLnBrk="0" hangingPunct="1">
        <a:defRPr sz="1189" kern="1200">
          <a:solidFill>
            <a:schemeClr val="tx1"/>
          </a:solidFill>
          <a:latin typeface="+mn-lt"/>
          <a:ea typeface="+mn-ea"/>
          <a:cs typeface="+mn-cs"/>
        </a:defRPr>
      </a:lvl2pPr>
      <a:lvl3pPr marL="603647" algn="l" defTabSz="603647" rtl="0" eaLnBrk="1" latinLnBrk="0" hangingPunct="1">
        <a:defRPr sz="1189" kern="1200">
          <a:solidFill>
            <a:schemeClr val="tx1"/>
          </a:solidFill>
          <a:latin typeface="+mn-lt"/>
          <a:ea typeface="+mn-ea"/>
          <a:cs typeface="+mn-cs"/>
        </a:defRPr>
      </a:lvl3pPr>
      <a:lvl4pPr marL="905470" algn="l" defTabSz="603647" rtl="0" eaLnBrk="1" latinLnBrk="0" hangingPunct="1">
        <a:defRPr sz="1189" kern="1200">
          <a:solidFill>
            <a:schemeClr val="tx1"/>
          </a:solidFill>
          <a:latin typeface="+mn-lt"/>
          <a:ea typeface="+mn-ea"/>
          <a:cs typeface="+mn-cs"/>
        </a:defRPr>
      </a:lvl4pPr>
      <a:lvl5pPr marL="1207294" algn="l" defTabSz="603647" rtl="0" eaLnBrk="1" latinLnBrk="0" hangingPunct="1">
        <a:defRPr sz="1189" kern="1200">
          <a:solidFill>
            <a:schemeClr val="tx1"/>
          </a:solidFill>
          <a:latin typeface="+mn-lt"/>
          <a:ea typeface="+mn-ea"/>
          <a:cs typeface="+mn-cs"/>
        </a:defRPr>
      </a:lvl5pPr>
      <a:lvl6pPr marL="1509117" algn="l" defTabSz="603647" rtl="0" eaLnBrk="1" latinLnBrk="0" hangingPunct="1">
        <a:defRPr sz="1189" kern="1200">
          <a:solidFill>
            <a:schemeClr val="tx1"/>
          </a:solidFill>
          <a:latin typeface="+mn-lt"/>
          <a:ea typeface="+mn-ea"/>
          <a:cs typeface="+mn-cs"/>
        </a:defRPr>
      </a:lvl6pPr>
      <a:lvl7pPr marL="1810941" algn="l" defTabSz="603647" rtl="0" eaLnBrk="1" latinLnBrk="0" hangingPunct="1">
        <a:defRPr sz="1189" kern="1200">
          <a:solidFill>
            <a:schemeClr val="tx1"/>
          </a:solidFill>
          <a:latin typeface="+mn-lt"/>
          <a:ea typeface="+mn-ea"/>
          <a:cs typeface="+mn-cs"/>
        </a:defRPr>
      </a:lvl7pPr>
      <a:lvl8pPr marL="2112764" algn="l" defTabSz="603647" rtl="0" eaLnBrk="1" latinLnBrk="0" hangingPunct="1">
        <a:defRPr sz="1189" kern="1200">
          <a:solidFill>
            <a:schemeClr val="tx1"/>
          </a:solidFill>
          <a:latin typeface="+mn-lt"/>
          <a:ea typeface="+mn-ea"/>
          <a:cs typeface="+mn-cs"/>
        </a:defRPr>
      </a:lvl8pPr>
      <a:lvl9pPr marL="2414588" algn="l" defTabSz="603647" rtl="0" eaLnBrk="1" latinLnBrk="0" hangingPunct="1">
        <a:defRPr sz="118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44.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4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44.xml"/></Relationships>
</file>

<file path=ppt/slides/_rels/slide1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9.xml"/><Relationship Id="rId1" Type="http://schemas.openxmlformats.org/officeDocument/2006/relationships/slideLayout" Target="../slideLayouts/slideLayout44.x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44.xml"/></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44.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69CCFC-8603-90F7-C51B-85F35C195353}"/>
              </a:ext>
            </a:extLst>
          </p:cNvPr>
          <p:cNvSpPr>
            <a:spLocks noGrp="1"/>
          </p:cNvSpPr>
          <p:nvPr>
            <p:ph type="ctrTitle"/>
          </p:nvPr>
        </p:nvSpPr>
        <p:spPr>
          <a:xfrm>
            <a:off x="475231" y="1629708"/>
            <a:ext cx="5755088" cy="1060199"/>
          </a:xfrm>
        </p:spPr>
        <p:txBody>
          <a:bodyPr/>
          <a:lstStyle/>
          <a:p>
            <a:r>
              <a:rPr lang="zh-TW" altLang="en-US" sz="3600" dirty="0"/>
              <a:t>第三代醫療資訊系統建置案需求訪談</a:t>
            </a:r>
            <a:endParaRPr lang="zh-TW" altLang="en-US" dirty="0"/>
          </a:p>
        </p:txBody>
      </p:sp>
      <p:sp>
        <p:nvSpPr>
          <p:cNvPr id="3" name="副標題 2">
            <a:extLst>
              <a:ext uri="{FF2B5EF4-FFF2-40B4-BE49-F238E27FC236}">
                <a16:creationId xmlns:a16="http://schemas.microsoft.com/office/drawing/2014/main" id="{6720C4FC-1C6D-D1D8-03F6-957ABBD379C9}"/>
              </a:ext>
            </a:extLst>
          </p:cNvPr>
          <p:cNvSpPr>
            <a:spLocks noGrp="1"/>
          </p:cNvSpPr>
          <p:nvPr>
            <p:ph type="subTitle" idx="1"/>
          </p:nvPr>
        </p:nvSpPr>
        <p:spPr>
          <a:xfrm>
            <a:off x="528188" y="3048125"/>
            <a:ext cx="5344594" cy="2059904"/>
          </a:xfrm>
        </p:spPr>
        <p:txBody>
          <a:bodyPr>
            <a:normAutofit/>
          </a:bodyPr>
          <a:lstStyle/>
          <a:p>
            <a:pPr algn="ctr"/>
            <a:r>
              <a:rPr lang="en-US" altLang="zh-TW" b="1" dirty="0">
                <a:solidFill>
                  <a:schemeClr val="accent1">
                    <a:lumMod val="75000"/>
                  </a:schemeClr>
                </a:solidFill>
              </a:rPr>
              <a:t>HMA</a:t>
            </a:r>
          </a:p>
          <a:p>
            <a:pPr algn="ctr"/>
            <a:r>
              <a:rPr lang="zh-TW" altLang="en-US" b="1" dirty="0">
                <a:solidFill>
                  <a:schemeClr val="accent1">
                    <a:lumMod val="75000"/>
                  </a:schemeClr>
                </a:solidFill>
              </a:rPr>
              <a:t>醫務管理子系統</a:t>
            </a:r>
            <a:endParaRPr lang="en-US" altLang="zh-TW" b="1" dirty="0">
              <a:solidFill>
                <a:schemeClr val="accent1">
                  <a:lumMod val="75000"/>
                </a:schemeClr>
              </a:solidFill>
            </a:endParaRPr>
          </a:p>
          <a:p>
            <a:pPr algn="ctr"/>
            <a:r>
              <a:rPr lang="zh-TW" altLang="en-US" b="1" dirty="0">
                <a:solidFill>
                  <a:schemeClr val="accent1">
                    <a:lumMod val="75000"/>
                  </a:schemeClr>
                </a:solidFill>
              </a:rPr>
              <a:t>第二階段</a:t>
            </a:r>
            <a:r>
              <a:rPr lang="en-US" altLang="zh-TW" b="1" dirty="0">
                <a:solidFill>
                  <a:schemeClr val="accent1">
                    <a:lumMod val="75000"/>
                  </a:schemeClr>
                </a:solidFill>
              </a:rPr>
              <a:t>  </a:t>
            </a:r>
            <a:r>
              <a:rPr lang="zh-TW" altLang="en-US" b="1" dirty="0">
                <a:solidFill>
                  <a:schemeClr val="accent1">
                    <a:lumMod val="75000"/>
                  </a:schemeClr>
                </a:solidFill>
              </a:rPr>
              <a:t>第</a:t>
            </a:r>
            <a:r>
              <a:rPr lang="en-US" altLang="zh-TW" b="1" dirty="0">
                <a:solidFill>
                  <a:schemeClr val="accent1">
                    <a:lumMod val="75000"/>
                  </a:schemeClr>
                </a:solidFill>
              </a:rPr>
              <a:t>1</a:t>
            </a:r>
            <a:r>
              <a:rPr lang="zh-TW" altLang="en-US" b="1" dirty="0">
                <a:solidFill>
                  <a:schemeClr val="accent1">
                    <a:lumMod val="75000"/>
                  </a:schemeClr>
                </a:solidFill>
              </a:rPr>
              <a:t>次訪談</a:t>
            </a:r>
          </a:p>
        </p:txBody>
      </p:sp>
      <p:sp>
        <p:nvSpPr>
          <p:cNvPr id="6" name="副標題 7">
            <a:extLst>
              <a:ext uri="{FF2B5EF4-FFF2-40B4-BE49-F238E27FC236}">
                <a16:creationId xmlns:a16="http://schemas.microsoft.com/office/drawing/2014/main" id="{859028F1-C882-A771-C753-0A5FA62C28B6}"/>
              </a:ext>
            </a:extLst>
          </p:cNvPr>
          <p:cNvSpPr txBox="1">
            <a:spLocks/>
          </p:cNvSpPr>
          <p:nvPr/>
        </p:nvSpPr>
        <p:spPr>
          <a:xfrm>
            <a:off x="-1124637" y="5785952"/>
            <a:ext cx="6400800" cy="910133"/>
          </a:xfrm>
          <a:prstGeom prst="rect">
            <a:avLst/>
          </a:prstGeom>
        </p:spPr>
        <p:txBody>
          <a:bodyPr vert="horz" lIns="91440" tIns="45720" rIns="91440" bIns="45720" rtlCol="0" anchor="t">
            <a:noAutofit/>
          </a:bodyPr>
          <a:lstStyle>
            <a:lvl1pPr marL="0" indent="0" algn="l" defTabSz="603647" rtl="0" eaLnBrk="1" latinLnBrk="0" hangingPunct="1">
              <a:lnSpc>
                <a:spcPct val="100000"/>
              </a:lnSpc>
              <a:spcBef>
                <a:spcPts val="600"/>
              </a:spcBef>
              <a:buClr>
                <a:srgbClr val="1E4660"/>
              </a:buClr>
              <a:buSzPct val="100000"/>
              <a:buFont typeface="Wingdings" panose="05000000000000000000" pitchFamily="2" charset="2"/>
              <a:buNone/>
              <a:defRPr kumimoji="0" lang="en-US" sz="2800" b="0" kern="1200" dirty="0">
                <a:solidFill>
                  <a:schemeClr val="tx1"/>
                </a:solidFill>
                <a:latin typeface="微軟正黑體" panose="020B0604030504040204" pitchFamily="34" charset="-120"/>
                <a:ea typeface="微軟正黑體" panose="020B0604030504040204" pitchFamily="34" charset="-120"/>
                <a:cs typeface="+mn-cs"/>
              </a:defRPr>
            </a:lvl1pPr>
            <a:lvl2pPr marL="301823" indent="0" algn="ctr" defTabSz="603647" rtl="0" eaLnBrk="1" latinLnBrk="0" hangingPunct="1">
              <a:lnSpc>
                <a:spcPct val="100000"/>
              </a:lnSpc>
              <a:spcBef>
                <a:spcPts val="600"/>
              </a:spcBef>
              <a:buClr>
                <a:srgbClr val="1E4660"/>
              </a:buClr>
              <a:buSzPct val="100000"/>
              <a:buFont typeface="Arial" panose="020B0604020202020204" pitchFamily="34" charset="0"/>
              <a:buNone/>
              <a:defRPr sz="1320" kern="1200">
                <a:solidFill>
                  <a:schemeClr val="tx1"/>
                </a:solidFill>
                <a:latin typeface="微軟正黑體" panose="020B0604030504040204" pitchFamily="34" charset="-120"/>
                <a:ea typeface="微軟正黑體" panose="020B0604030504040204" pitchFamily="34" charset="-120"/>
                <a:cs typeface="+mn-cs"/>
              </a:defRPr>
            </a:lvl2pPr>
            <a:lvl3pPr marL="603647" indent="0" algn="ctr" defTabSz="603647" rtl="0" eaLnBrk="1" latinLnBrk="0" hangingPunct="1">
              <a:lnSpc>
                <a:spcPct val="100000"/>
              </a:lnSpc>
              <a:spcBef>
                <a:spcPts val="600"/>
              </a:spcBef>
              <a:buClr>
                <a:srgbClr val="1E4660"/>
              </a:buClr>
              <a:buSzPct val="100000"/>
              <a:buFont typeface="Wingdings" panose="05000000000000000000" pitchFamily="2" charset="2"/>
              <a:buNone/>
              <a:defRPr sz="1189" kern="1200">
                <a:solidFill>
                  <a:schemeClr val="tx1"/>
                </a:solidFill>
                <a:latin typeface="微軟正黑體" panose="020B0604030504040204" pitchFamily="34" charset="-120"/>
                <a:ea typeface="微軟正黑體" panose="020B0604030504040204" pitchFamily="34" charset="-120"/>
                <a:cs typeface="+mn-cs"/>
              </a:defRPr>
            </a:lvl3pPr>
            <a:lvl4pPr marL="905470" indent="0" algn="ctr" defTabSz="603647" rtl="0" eaLnBrk="1" latinLnBrk="0" hangingPunct="1">
              <a:lnSpc>
                <a:spcPct val="100000"/>
              </a:lnSpc>
              <a:spcBef>
                <a:spcPts val="600"/>
              </a:spcBef>
              <a:buClr>
                <a:srgbClr val="1E4660"/>
              </a:buClr>
              <a:buSzPct val="100000"/>
              <a:buFont typeface="Wingdings" panose="05000000000000000000" pitchFamily="2" charset="2"/>
              <a:buNone/>
              <a:defRPr sz="1056" kern="1200">
                <a:solidFill>
                  <a:schemeClr val="tx1"/>
                </a:solidFill>
                <a:latin typeface="微軟正黑體" panose="020B0604030504040204" pitchFamily="34" charset="-120"/>
                <a:ea typeface="微軟正黑體" panose="020B0604030504040204" pitchFamily="34" charset="-120"/>
                <a:cs typeface="+mn-cs"/>
              </a:defRPr>
            </a:lvl4pPr>
            <a:lvl5pPr marL="1207294" indent="0" algn="ctr" defTabSz="603647" rtl="0" eaLnBrk="1" latinLnBrk="0" hangingPunct="1">
              <a:lnSpc>
                <a:spcPct val="100000"/>
              </a:lnSpc>
              <a:spcBef>
                <a:spcPts val="600"/>
              </a:spcBef>
              <a:buClr>
                <a:srgbClr val="1E4660"/>
              </a:buClr>
              <a:buSzPct val="100000"/>
              <a:buFont typeface="Wingdings" panose="05000000000000000000" pitchFamily="2" charset="2"/>
              <a:buNone/>
              <a:defRPr sz="1056" kern="1200">
                <a:solidFill>
                  <a:schemeClr val="tx1"/>
                </a:solidFill>
                <a:latin typeface="微軟正黑體" panose="020B0604030504040204" pitchFamily="34" charset="-120"/>
                <a:ea typeface="微軟正黑體" panose="020B0604030504040204" pitchFamily="34" charset="-120"/>
                <a:cs typeface="+mn-cs"/>
              </a:defRPr>
            </a:lvl5pPr>
            <a:lvl6pPr marL="1509117" indent="0" algn="ctr" defTabSz="603647" rtl="0" eaLnBrk="1" latinLnBrk="0" hangingPunct="1">
              <a:lnSpc>
                <a:spcPct val="90000"/>
              </a:lnSpc>
              <a:spcBef>
                <a:spcPts val="330"/>
              </a:spcBef>
              <a:buFont typeface="Arial" panose="020B0604020202020204" pitchFamily="34" charset="0"/>
              <a:buNone/>
              <a:defRPr sz="1056" kern="1200">
                <a:solidFill>
                  <a:schemeClr val="tx1"/>
                </a:solidFill>
                <a:latin typeface="+mn-lt"/>
                <a:ea typeface="+mn-ea"/>
                <a:cs typeface="+mn-cs"/>
              </a:defRPr>
            </a:lvl6pPr>
            <a:lvl7pPr marL="1810941" indent="0" algn="ctr" defTabSz="603647" rtl="0" eaLnBrk="1" latinLnBrk="0" hangingPunct="1">
              <a:lnSpc>
                <a:spcPct val="90000"/>
              </a:lnSpc>
              <a:spcBef>
                <a:spcPts val="330"/>
              </a:spcBef>
              <a:buFont typeface="Arial" panose="020B0604020202020204" pitchFamily="34" charset="0"/>
              <a:buNone/>
              <a:defRPr sz="1056" kern="1200">
                <a:solidFill>
                  <a:schemeClr val="tx1"/>
                </a:solidFill>
                <a:latin typeface="+mn-lt"/>
                <a:ea typeface="+mn-ea"/>
                <a:cs typeface="+mn-cs"/>
              </a:defRPr>
            </a:lvl7pPr>
            <a:lvl8pPr marL="2112764" indent="0" algn="ctr" defTabSz="603647" rtl="0" eaLnBrk="1" latinLnBrk="0" hangingPunct="1">
              <a:lnSpc>
                <a:spcPct val="90000"/>
              </a:lnSpc>
              <a:spcBef>
                <a:spcPts val="330"/>
              </a:spcBef>
              <a:buFont typeface="Arial" panose="020B0604020202020204" pitchFamily="34" charset="0"/>
              <a:buNone/>
              <a:defRPr sz="1056" kern="1200">
                <a:solidFill>
                  <a:schemeClr val="tx1"/>
                </a:solidFill>
                <a:latin typeface="+mn-lt"/>
                <a:ea typeface="+mn-ea"/>
                <a:cs typeface="+mn-cs"/>
              </a:defRPr>
            </a:lvl8pPr>
            <a:lvl9pPr marL="2414588" indent="0" algn="ctr" defTabSz="603647" rtl="0" eaLnBrk="1" latinLnBrk="0" hangingPunct="1">
              <a:lnSpc>
                <a:spcPct val="90000"/>
              </a:lnSpc>
              <a:spcBef>
                <a:spcPts val="330"/>
              </a:spcBef>
              <a:buFont typeface="Arial" panose="020B0604020202020204" pitchFamily="34" charset="0"/>
              <a:buNone/>
              <a:defRPr sz="1056" kern="1200">
                <a:solidFill>
                  <a:schemeClr val="tx1"/>
                </a:solidFill>
                <a:latin typeface="+mn-lt"/>
                <a:ea typeface="+mn-ea"/>
                <a:cs typeface="+mn-cs"/>
              </a:defRPr>
            </a:lvl9pPr>
          </a:lstStyle>
          <a:p>
            <a:pPr marL="1610995">
              <a:defRPr/>
            </a:pPr>
            <a:r>
              <a:rPr lang="zh-TW" altLang="en-US" sz="2400" dirty="0">
                <a:cs typeface="+mj-cs"/>
              </a:rPr>
              <a:t>報告人：姚佐羣</a:t>
            </a:r>
            <a:endParaRPr lang="zh-TW" dirty="0">
              <a:cs typeface="+mj-cs"/>
            </a:endParaRPr>
          </a:p>
          <a:p>
            <a:pPr marL="1610995">
              <a:defRPr/>
            </a:pPr>
            <a:r>
              <a:rPr lang="zh-TW" altLang="en-US" sz="2200" dirty="0">
                <a:latin typeface="微軟正黑體"/>
                <a:ea typeface="微軟正黑體"/>
                <a:cs typeface="+mj-cs"/>
              </a:rPr>
              <a:t>中華民國</a:t>
            </a:r>
            <a:r>
              <a:rPr lang="en-US" altLang="zh-TW" sz="2200" dirty="0">
                <a:latin typeface="微軟正黑體"/>
                <a:ea typeface="微軟正黑體"/>
                <a:cs typeface="+mj-cs"/>
              </a:rPr>
              <a:t>115</a:t>
            </a:r>
            <a:r>
              <a:rPr lang="zh-TW" altLang="en-US" sz="2200" dirty="0">
                <a:latin typeface="微軟正黑體"/>
                <a:ea typeface="微軟正黑體"/>
                <a:cs typeface="+mj-cs"/>
              </a:rPr>
              <a:t>年</a:t>
            </a:r>
            <a:r>
              <a:rPr lang="en-US" altLang="zh-TW" sz="2200" dirty="0">
                <a:latin typeface="微軟正黑體"/>
                <a:ea typeface="微軟正黑體"/>
                <a:cs typeface="+mj-cs"/>
              </a:rPr>
              <a:t>02</a:t>
            </a:r>
            <a:r>
              <a:rPr lang="zh-TW" altLang="en-US" sz="2200" dirty="0">
                <a:latin typeface="微軟正黑體"/>
                <a:ea typeface="微軟正黑體"/>
                <a:cs typeface="+mj-cs"/>
              </a:rPr>
              <a:t>月</a:t>
            </a:r>
            <a:r>
              <a:rPr lang="en-US" altLang="zh-TW" sz="2200" dirty="0">
                <a:latin typeface="微軟正黑體"/>
                <a:ea typeface="微軟正黑體"/>
                <a:cs typeface="+mj-cs"/>
              </a:rPr>
              <a:t>04</a:t>
            </a:r>
            <a:r>
              <a:rPr lang="zh-TW" altLang="en-US" sz="2200" dirty="0">
                <a:latin typeface="微軟正黑體"/>
                <a:ea typeface="微軟正黑體"/>
                <a:cs typeface="+mj-cs"/>
              </a:rPr>
              <a:t>日</a:t>
            </a:r>
          </a:p>
        </p:txBody>
      </p:sp>
    </p:spTree>
    <p:extLst>
      <p:ext uri="{BB962C8B-B14F-4D97-AF65-F5344CB8AC3E}">
        <p14:creationId xmlns:p14="http://schemas.microsoft.com/office/powerpoint/2010/main" val="1594247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2BCB392-0E53-2E71-6B0A-A848743CD714}"/>
              </a:ext>
            </a:extLst>
          </p:cNvPr>
          <p:cNvSpPr>
            <a:spLocks noGrp="1"/>
          </p:cNvSpPr>
          <p:nvPr>
            <p:ph type="title"/>
          </p:nvPr>
        </p:nvSpPr>
        <p:spPr/>
        <p:txBody>
          <a:bodyPr>
            <a:normAutofit/>
          </a:bodyPr>
          <a:lstStyle/>
          <a:p>
            <a:r>
              <a:rPr lang="zh-TW" altLang="en-US" dirty="0"/>
              <a:t>大綱</a:t>
            </a:r>
          </a:p>
        </p:txBody>
      </p:sp>
      <p:sp>
        <p:nvSpPr>
          <p:cNvPr id="3" name="內容版面配置區 2">
            <a:extLst>
              <a:ext uri="{FF2B5EF4-FFF2-40B4-BE49-F238E27FC236}">
                <a16:creationId xmlns:a16="http://schemas.microsoft.com/office/drawing/2014/main" id="{19ACC21B-025B-56A7-9F58-F83536A0BA41}"/>
              </a:ext>
            </a:extLst>
          </p:cNvPr>
          <p:cNvSpPr>
            <a:spLocks noGrp="1"/>
          </p:cNvSpPr>
          <p:nvPr>
            <p:ph idx="1"/>
          </p:nvPr>
        </p:nvSpPr>
        <p:spPr>
          <a:xfrm>
            <a:off x="4093029" y="1477161"/>
            <a:ext cx="5497285" cy="4817276"/>
          </a:xfrm>
        </p:spPr>
        <p:txBody>
          <a:bodyPr>
            <a:normAutofit lnSpcReduction="10000"/>
          </a:bodyPr>
          <a:lstStyle/>
          <a:p>
            <a:pPr marL="514350" indent="-514350">
              <a:buFont typeface="+mj-ea"/>
              <a:buAutoNum type="ea1ChtPeriod"/>
            </a:pPr>
            <a:r>
              <a:rPr lang="zh-TW" altLang="en-US" b="1" dirty="0">
                <a:solidFill>
                  <a:schemeClr val="accent1">
                    <a:lumMod val="75000"/>
                  </a:schemeClr>
                </a:solidFill>
              </a:rPr>
              <a:t>前次待辦事項確認</a:t>
            </a:r>
            <a:endParaRPr lang="en-US" altLang="zh-TW" b="1" dirty="0">
              <a:solidFill>
                <a:schemeClr val="accent1">
                  <a:lumMod val="75000"/>
                </a:schemeClr>
              </a:solidFill>
            </a:endParaRPr>
          </a:p>
          <a:p>
            <a:pPr marL="514350" indent="-514350">
              <a:buFont typeface="+mj-ea"/>
              <a:buAutoNum type="ea1ChtPeriod"/>
            </a:pPr>
            <a:r>
              <a:rPr lang="zh-TW" altLang="en-US" b="1" dirty="0">
                <a:solidFill>
                  <a:schemeClr val="accent1">
                    <a:lumMod val="75000"/>
                  </a:schemeClr>
                </a:solidFill>
              </a:rPr>
              <a:t>本次會議內容</a:t>
            </a:r>
            <a:endParaRPr lang="en-US" altLang="zh-TW" b="1" dirty="0">
              <a:solidFill>
                <a:schemeClr val="accent1">
                  <a:lumMod val="75000"/>
                </a:schemeClr>
              </a:solidFill>
            </a:endParaRPr>
          </a:p>
          <a:p>
            <a:pPr lvl="1">
              <a:buFont typeface="Wingdings" panose="05000000000000000000" pitchFamily="2" charset="2"/>
              <a:buChar char="l"/>
            </a:pPr>
            <a:r>
              <a:rPr lang="zh-TW" altLang="en-US" dirty="0"/>
              <a:t>功能範圍確認</a:t>
            </a:r>
            <a:endParaRPr lang="en-US" altLang="zh-TW" dirty="0"/>
          </a:p>
          <a:p>
            <a:pPr lvl="2">
              <a:buFont typeface="微軟正黑體" panose="020B0604030504040204" pitchFamily="34" charset="-120"/>
              <a:buChar char="–"/>
            </a:pPr>
            <a:r>
              <a:rPr lang="en-US" altLang="zh-TW" dirty="0"/>
              <a:t>Intra</a:t>
            </a:r>
            <a:r>
              <a:rPr lang="zh-TW" altLang="en-US" dirty="0"/>
              <a:t>的功能</a:t>
            </a:r>
            <a:endParaRPr lang="en-US" altLang="zh-TW" dirty="0"/>
          </a:p>
          <a:p>
            <a:pPr lvl="2">
              <a:buFont typeface="微軟正黑體" panose="020B0604030504040204" pitchFamily="34" charset="-120"/>
              <a:buChar char="–"/>
            </a:pPr>
            <a:r>
              <a:rPr lang="zh-TW" altLang="en-US" dirty="0"/>
              <a:t>爬網</a:t>
            </a:r>
            <a:r>
              <a:rPr lang="en-US" altLang="zh-TW" dirty="0"/>
              <a:t>(</a:t>
            </a:r>
            <a:r>
              <a:rPr lang="zh-TW" altLang="en-US" dirty="0"/>
              <a:t>程式</a:t>
            </a:r>
            <a:r>
              <a:rPr lang="en-US" altLang="zh-TW" dirty="0"/>
              <a:t>)</a:t>
            </a:r>
            <a:r>
              <a:rPr lang="zh-TW" altLang="en-US" dirty="0"/>
              <a:t>的功能優化</a:t>
            </a:r>
            <a:endParaRPr lang="en-US" altLang="zh-TW" dirty="0"/>
          </a:p>
          <a:p>
            <a:pPr lvl="2">
              <a:buFont typeface="微軟正黑體" panose="020B0604030504040204" pitchFamily="34" charset="-120"/>
              <a:buChar char="–"/>
            </a:pPr>
            <a:r>
              <a:rPr lang="zh-TW" altLang="en-US" dirty="0"/>
              <a:t>需求單的處理</a:t>
            </a:r>
            <a:r>
              <a:rPr lang="en-US" altLang="zh-TW" dirty="0"/>
              <a:t>(</a:t>
            </a:r>
            <a:r>
              <a:rPr lang="zh-TW" altLang="en-US" dirty="0"/>
              <a:t>須在</a:t>
            </a:r>
            <a:r>
              <a:rPr lang="en-US" altLang="zh-TW" dirty="0"/>
              <a:t>3</a:t>
            </a:r>
            <a:r>
              <a:rPr lang="zh-TW" altLang="en-US" dirty="0"/>
              <a:t>代進行</a:t>
            </a:r>
            <a:r>
              <a:rPr lang="en-US" altLang="zh-TW" dirty="0"/>
              <a:t>)</a:t>
            </a:r>
          </a:p>
          <a:p>
            <a:pPr lvl="1">
              <a:buFont typeface="Wingdings" panose="05000000000000000000" pitchFamily="2" charset="2"/>
              <a:buChar char="l"/>
            </a:pPr>
            <a:r>
              <a:rPr lang="zh-TW" altLang="en-US" dirty="0"/>
              <a:t>爬網</a:t>
            </a:r>
            <a:r>
              <a:rPr lang="en-US" altLang="zh-TW" dirty="0"/>
              <a:t>(</a:t>
            </a:r>
            <a:r>
              <a:rPr lang="zh-TW" altLang="en-US" dirty="0"/>
              <a:t>程式</a:t>
            </a:r>
            <a:r>
              <a:rPr lang="en-US" altLang="zh-TW" dirty="0"/>
              <a:t>)</a:t>
            </a:r>
            <a:r>
              <a:rPr lang="zh-TW" altLang="en-US" dirty="0"/>
              <a:t>優化討論</a:t>
            </a:r>
            <a:endParaRPr lang="en-US" altLang="zh-TW" dirty="0"/>
          </a:p>
          <a:p>
            <a:pPr lvl="2">
              <a:buFont typeface="微軟正黑體" panose="020B0604030504040204" pitchFamily="34" charset="-120"/>
              <a:buChar char="–"/>
            </a:pPr>
            <a:r>
              <a:rPr lang="zh-TW" altLang="en-US" dirty="0"/>
              <a:t>目前爬網程式的功能說明</a:t>
            </a:r>
            <a:endParaRPr lang="en-US" altLang="zh-TW" dirty="0"/>
          </a:p>
          <a:p>
            <a:pPr lvl="2">
              <a:buFont typeface="微軟正黑體" panose="020B0604030504040204" pitchFamily="34" charset="-120"/>
              <a:buChar char="–"/>
            </a:pPr>
            <a:r>
              <a:rPr lang="zh-TW" altLang="en-US" dirty="0"/>
              <a:t>三代醫療</a:t>
            </a:r>
            <a:r>
              <a:rPr lang="en-US" altLang="zh-TW" dirty="0"/>
              <a:t>(API)</a:t>
            </a:r>
            <a:r>
              <a:rPr lang="zh-TW" altLang="en-US" dirty="0"/>
              <a:t>的功能說明</a:t>
            </a:r>
            <a:endParaRPr lang="en-US" altLang="zh-TW" dirty="0"/>
          </a:p>
          <a:p>
            <a:pPr lvl="2">
              <a:buFont typeface="微軟正黑體" panose="020B0604030504040204" pitchFamily="34" charset="-120"/>
              <a:buChar char="–"/>
            </a:pPr>
            <a:r>
              <a:rPr lang="zh-TW" altLang="en-US" dirty="0"/>
              <a:t>功能優化的方向說明</a:t>
            </a:r>
            <a:endParaRPr lang="en-US" altLang="zh-TW" b="1" dirty="0">
              <a:solidFill>
                <a:schemeClr val="accent1">
                  <a:lumMod val="75000"/>
                </a:schemeClr>
              </a:solidFill>
            </a:endParaRPr>
          </a:p>
          <a:p>
            <a:pPr marL="514350" lvl="1" indent="-514350">
              <a:spcBef>
                <a:spcPts val="1200"/>
              </a:spcBef>
              <a:buFont typeface="+mj-ea"/>
              <a:buAutoNum type="ea1ChtPeriod" startAt="3"/>
            </a:pPr>
            <a:r>
              <a:rPr lang="zh-TW" altLang="en-US" sz="2800" b="1" dirty="0">
                <a:solidFill>
                  <a:schemeClr val="accent1">
                    <a:lumMod val="75000"/>
                  </a:schemeClr>
                </a:solidFill>
              </a:rPr>
              <a:t>其他議題或配合事項</a:t>
            </a:r>
            <a:endParaRPr lang="en-US" altLang="zh-TW" sz="2800" b="1" dirty="0">
              <a:solidFill>
                <a:schemeClr val="accent1">
                  <a:lumMod val="75000"/>
                </a:schemeClr>
              </a:solidFill>
            </a:endParaRPr>
          </a:p>
          <a:p>
            <a:pPr lvl="1"/>
            <a:endParaRPr lang="en-US" altLang="zh-TW" dirty="0"/>
          </a:p>
          <a:p>
            <a:pPr marL="301625" lvl="1" indent="0">
              <a:buNone/>
            </a:pPr>
            <a:endParaRPr lang="en-US" altLang="zh-TW" dirty="0"/>
          </a:p>
          <a:p>
            <a:pPr marL="0" indent="0">
              <a:buNone/>
            </a:pPr>
            <a:endParaRPr lang="zh-TW" altLang="en-US" sz="1600" dirty="0"/>
          </a:p>
          <a:p>
            <a:pPr lvl="2"/>
            <a:endParaRPr lang="en-US" altLang="zh-TW" dirty="0"/>
          </a:p>
          <a:p>
            <a:endParaRPr lang="en-US" altLang="zh-TW" dirty="0"/>
          </a:p>
          <a:p>
            <a:endParaRPr lang="zh-TW" altLang="en-US" dirty="0"/>
          </a:p>
          <a:p>
            <a:endParaRPr lang="zh-TW" altLang="en-US" dirty="0"/>
          </a:p>
        </p:txBody>
      </p:sp>
      <p:sp>
        <p:nvSpPr>
          <p:cNvPr id="4" name="投影片編號版面配置區 3">
            <a:extLst>
              <a:ext uri="{FF2B5EF4-FFF2-40B4-BE49-F238E27FC236}">
                <a16:creationId xmlns:a16="http://schemas.microsoft.com/office/drawing/2014/main" id="{632A0FF0-36FC-C497-9D29-73973A00A20B}"/>
              </a:ext>
            </a:extLst>
          </p:cNvPr>
          <p:cNvSpPr>
            <a:spLocks noGrp="1"/>
          </p:cNvSpPr>
          <p:nvPr>
            <p:ph type="sldNum" sz="quarter" idx="4"/>
          </p:nvPr>
        </p:nvSpPr>
        <p:spPr/>
        <p:txBody>
          <a:bodyPr/>
          <a:lstStyle/>
          <a:p>
            <a:fld id="{60BF0995-13CC-46C9-9B56-390823875C0A}" type="slidenum">
              <a:rPr lang="zh-TW" altLang="en-US" smtClean="0"/>
              <a:pPr/>
              <a:t>2</a:t>
            </a:fld>
            <a:endParaRPr lang="zh-TW" altLang="en-US"/>
          </a:p>
        </p:txBody>
      </p:sp>
    </p:spTree>
    <p:extLst>
      <p:ext uri="{BB962C8B-B14F-4D97-AF65-F5344CB8AC3E}">
        <p14:creationId xmlns:p14="http://schemas.microsoft.com/office/powerpoint/2010/main" val="401399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87302C-B77E-775C-FC78-01E08D5E049A}"/>
              </a:ext>
            </a:extLst>
          </p:cNvPr>
          <p:cNvSpPr>
            <a:spLocks noGrp="1"/>
          </p:cNvSpPr>
          <p:nvPr>
            <p:ph type="title"/>
          </p:nvPr>
        </p:nvSpPr>
        <p:spPr/>
        <p:txBody>
          <a:bodyPr/>
          <a:lstStyle/>
          <a:p>
            <a:r>
              <a:rPr lang="zh-TW" altLang="en-US" dirty="0"/>
              <a:t>前次待辦事項確認</a:t>
            </a:r>
            <a:endParaRPr lang="en-US" altLang="zh-TW" dirty="0"/>
          </a:p>
        </p:txBody>
      </p:sp>
      <p:sp>
        <p:nvSpPr>
          <p:cNvPr id="3" name="內容版面配置區 2">
            <a:extLst>
              <a:ext uri="{FF2B5EF4-FFF2-40B4-BE49-F238E27FC236}">
                <a16:creationId xmlns:a16="http://schemas.microsoft.com/office/drawing/2014/main" id="{1D68D3B4-8FC0-2296-B2CC-251DBE6AEB56}"/>
              </a:ext>
            </a:extLst>
          </p:cNvPr>
          <p:cNvSpPr>
            <a:spLocks noGrp="1"/>
          </p:cNvSpPr>
          <p:nvPr>
            <p:ph sz="quarter" idx="12"/>
          </p:nvPr>
        </p:nvSpPr>
        <p:spPr>
          <a:xfrm>
            <a:off x="2424953" y="3678868"/>
            <a:ext cx="5056094" cy="927100"/>
          </a:xfrm>
        </p:spPr>
        <p:txBody>
          <a:bodyPr/>
          <a:lstStyle/>
          <a:p>
            <a:endParaRPr lang="zh-TW" altLang="en-US" dirty="0"/>
          </a:p>
        </p:txBody>
      </p:sp>
      <p:sp>
        <p:nvSpPr>
          <p:cNvPr id="4" name="投影片編號版面配置區 3">
            <a:extLst>
              <a:ext uri="{FF2B5EF4-FFF2-40B4-BE49-F238E27FC236}">
                <a16:creationId xmlns:a16="http://schemas.microsoft.com/office/drawing/2014/main" id="{7D503C0C-F31B-6502-739F-B6EDB11F8E2B}"/>
              </a:ext>
            </a:extLst>
          </p:cNvPr>
          <p:cNvSpPr>
            <a:spLocks noGrp="1"/>
          </p:cNvSpPr>
          <p:nvPr>
            <p:ph type="sldNum" sz="quarter" idx="4"/>
          </p:nvPr>
        </p:nvSpPr>
        <p:spPr/>
        <p:txBody>
          <a:bodyPr/>
          <a:lstStyle/>
          <a:p>
            <a:fld id="{60BF0995-13CC-46C9-9B56-390823875C0A}" type="slidenum">
              <a:rPr lang="zh-TW" altLang="en-US" smtClean="0"/>
              <a:pPr/>
              <a:t>3</a:t>
            </a:fld>
            <a:endParaRPr lang="zh-TW" altLang="en-US"/>
          </a:p>
        </p:txBody>
      </p:sp>
    </p:spTree>
    <p:extLst>
      <p:ext uri="{BB962C8B-B14F-4D97-AF65-F5344CB8AC3E}">
        <p14:creationId xmlns:p14="http://schemas.microsoft.com/office/powerpoint/2010/main" val="2497186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7E47ACB7-CE1E-47FC-A0C4-D173B19914D4}"/>
              </a:ext>
            </a:extLst>
          </p:cNvPr>
          <p:cNvSpPr>
            <a:spLocks noGrp="1"/>
          </p:cNvSpPr>
          <p:nvPr>
            <p:ph idx="1"/>
          </p:nvPr>
        </p:nvSpPr>
        <p:spPr/>
        <p:txBody>
          <a:bodyPr/>
          <a:lstStyle/>
          <a:p>
            <a:r>
              <a:rPr lang="zh-TW" altLang="en-US" dirty="0"/>
              <a:t>持續管制事項</a:t>
            </a:r>
            <a:endParaRPr lang="en-US" altLang="zh-TW" dirty="0"/>
          </a:p>
          <a:p>
            <a:pPr lvl="1"/>
            <a:r>
              <a:rPr lang="zh-TW" altLang="en-US" sz="1800" kern="2600" dirty="0">
                <a:cs typeface="Times New Roman" panose="02020603050405020304" pitchFamily="18" charset="0"/>
              </a:rPr>
              <a:t>無</a:t>
            </a:r>
            <a:r>
              <a:rPr lang="zh-TW" altLang="zh-TW" sz="1800" kern="2600" dirty="0">
                <a:effectLst/>
                <a:cs typeface="Times New Roman" panose="02020603050405020304" pitchFamily="18" charset="0"/>
              </a:rPr>
              <a:t>。</a:t>
            </a:r>
            <a:endParaRPr lang="en-US" altLang="zh-TW" sz="1800" kern="2600" dirty="0">
              <a:effectLst/>
              <a:cs typeface="Times New Roman" panose="02020603050405020304" pitchFamily="18" charset="0"/>
            </a:endParaRPr>
          </a:p>
        </p:txBody>
      </p:sp>
      <p:sp>
        <p:nvSpPr>
          <p:cNvPr id="3" name="標題 2">
            <a:extLst>
              <a:ext uri="{FF2B5EF4-FFF2-40B4-BE49-F238E27FC236}">
                <a16:creationId xmlns:a16="http://schemas.microsoft.com/office/drawing/2014/main" id="{67571C64-D892-4905-BBB6-F55AEBD1F0F2}"/>
              </a:ext>
            </a:extLst>
          </p:cNvPr>
          <p:cNvSpPr>
            <a:spLocks noGrp="1"/>
          </p:cNvSpPr>
          <p:nvPr>
            <p:ph type="title"/>
          </p:nvPr>
        </p:nvSpPr>
        <p:spPr/>
        <p:txBody>
          <a:bodyPr>
            <a:normAutofit/>
          </a:bodyPr>
          <a:lstStyle/>
          <a:p>
            <a:r>
              <a:rPr lang="zh-TW" altLang="en-US" dirty="0"/>
              <a:t>待辦事項</a:t>
            </a:r>
          </a:p>
        </p:txBody>
      </p:sp>
      <p:sp>
        <p:nvSpPr>
          <p:cNvPr id="4" name="投影片編號版面配置區 3">
            <a:extLst>
              <a:ext uri="{FF2B5EF4-FFF2-40B4-BE49-F238E27FC236}">
                <a16:creationId xmlns:a16="http://schemas.microsoft.com/office/drawing/2014/main" id="{840A968B-552E-4B55-B980-A929E23C3760}"/>
              </a:ext>
            </a:extLst>
          </p:cNvPr>
          <p:cNvSpPr>
            <a:spLocks noGrp="1"/>
          </p:cNvSpPr>
          <p:nvPr>
            <p:ph type="sldNum" sz="quarter" idx="4"/>
          </p:nvPr>
        </p:nvSpPr>
        <p:spPr/>
        <p:txBody>
          <a:bodyPr/>
          <a:lstStyle/>
          <a:p>
            <a:fld id="{60BF0995-13CC-46C9-9B56-390823875C0A}" type="slidenum">
              <a:rPr lang="zh-TW" altLang="en-US" smtClean="0"/>
              <a:pPr/>
              <a:t>4</a:t>
            </a:fld>
            <a:endParaRPr lang="zh-TW" altLang="en-US"/>
          </a:p>
        </p:txBody>
      </p:sp>
    </p:spTree>
    <p:extLst>
      <p:ext uri="{BB962C8B-B14F-4D97-AF65-F5344CB8AC3E}">
        <p14:creationId xmlns:p14="http://schemas.microsoft.com/office/powerpoint/2010/main" val="3981994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7E47ACB7-CE1E-47FC-A0C4-D173B19914D4}"/>
              </a:ext>
            </a:extLst>
          </p:cNvPr>
          <p:cNvSpPr>
            <a:spLocks noGrp="1"/>
          </p:cNvSpPr>
          <p:nvPr>
            <p:ph idx="1"/>
          </p:nvPr>
        </p:nvSpPr>
        <p:spPr/>
        <p:txBody>
          <a:bodyPr/>
          <a:lstStyle/>
          <a:p>
            <a:r>
              <a:rPr lang="zh-TW" altLang="en-US" dirty="0"/>
              <a:t>前次會議之待辦／待確認事項</a:t>
            </a:r>
            <a:endParaRPr lang="en-US" altLang="zh-TW" dirty="0"/>
          </a:p>
          <a:p>
            <a:pPr lvl="1"/>
            <a:r>
              <a:rPr lang="zh-TW" altLang="en-US" sz="1800" kern="2600" dirty="0">
                <a:cs typeface="Times New Roman" panose="02020603050405020304" pitchFamily="18" charset="0"/>
              </a:rPr>
              <a:t>無</a:t>
            </a:r>
            <a:r>
              <a:rPr lang="zh-TW" altLang="zh-TW" sz="1800" kern="2600" dirty="0">
                <a:effectLst/>
                <a:cs typeface="Times New Roman" panose="02020603050405020304" pitchFamily="18" charset="0"/>
              </a:rPr>
              <a:t>。</a:t>
            </a:r>
            <a:endParaRPr lang="en-US" altLang="zh-TW" sz="1800" kern="2600" dirty="0">
              <a:cs typeface="Times New Roman" panose="02020603050405020304" pitchFamily="18" charset="0"/>
            </a:endParaRPr>
          </a:p>
        </p:txBody>
      </p:sp>
      <p:sp>
        <p:nvSpPr>
          <p:cNvPr id="3" name="標題 2">
            <a:extLst>
              <a:ext uri="{FF2B5EF4-FFF2-40B4-BE49-F238E27FC236}">
                <a16:creationId xmlns:a16="http://schemas.microsoft.com/office/drawing/2014/main" id="{67571C64-D892-4905-BBB6-F55AEBD1F0F2}"/>
              </a:ext>
            </a:extLst>
          </p:cNvPr>
          <p:cNvSpPr>
            <a:spLocks noGrp="1"/>
          </p:cNvSpPr>
          <p:nvPr>
            <p:ph type="title"/>
          </p:nvPr>
        </p:nvSpPr>
        <p:spPr/>
        <p:txBody>
          <a:bodyPr/>
          <a:lstStyle/>
          <a:p>
            <a:r>
              <a:rPr lang="zh-TW" altLang="en-US" dirty="0"/>
              <a:t>待辦事項</a:t>
            </a:r>
            <a:endParaRPr lang="en-US" altLang="zh-TW" dirty="0"/>
          </a:p>
        </p:txBody>
      </p:sp>
      <p:sp>
        <p:nvSpPr>
          <p:cNvPr id="4" name="投影片編號版面配置區 3">
            <a:extLst>
              <a:ext uri="{FF2B5EF4-FFF2-40B4-BE49-F238E27FC236}">
                <a16:creationId xmlns:a16="http://schemas.microsoft.com/office/drawing/2014/main" id="{840A968B-552E-4B55-B980-A929E23C3760}"/>
              </a:ext>
            </a:extLst>
          </p:cNvPr>
          <p:cNvSpPr>
            <a:spLocks noGrp="1"/>
          </p:cNvSpPr>
          <p:nvPr>
            <p:ph type="sldNum" sz="quarter" idx="4"/>
          </p:nvPr>
        </p:nvSpPr>
        <p:spPr/>
        <p:txBody>
          <a:bodyPr/>
          <a:lstStyle/>
          <a:p>
            <a:fld id="{60BF0995-13CC-46C9-9B56-390823875C0A}" type="slidenum">
              <a:rPr lang="zh-TW" altLang="en-US" smtClean="0"/>
              <a:pPr/>
              <a:t>5</a:t>
            </a:fld>
            <a:endParaRPr lang="zh-TW" altLang="en-US"/>
          </a:p>
        </p:txBody>
      </p:sp>
    </p:spTree>
    <p:extLst>
      <p:ext uri="{BB962C8B-B14F-4D97-AF65-F5344CB8AC3E}">
        <p14:creationId xmlns:p14="http://schemas.microsoft.com/office/powerpoint/2010/main" val="31926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87302C-B77E-775C-FC78-01E08D5E049A}"/>
              </a:ext>
            </a:extLst>
          </p:cNvPr>
          <p:cNvSpPr>
            <a:spLocks noGrp="1"/>
          </p:cNvSpPr>
          <p:nvPr>
            <p:ph type="title"/>
          </p:nvPr>
        </p:nvSpPr>
        <p:spPr/>
        <p:txBody>
          <a:bodyPr/>
          <a:lstStyle/>
          <a:p>
            <a:r>
              <a:rPr lang="zh-TW" altLang="en-US" dirty="0"/>
              <a:t>本次會議內容</a:t>
            </a:r>
            <a:endParaRPr lang="en-US" altLang="zh-TW" dirty="0"/>
          </a:p>
        </p:txBody>
      </p:sp>
      <p:sp>
        <p:nvSpPr>
          <p:cNvPr id="3" name="內容版面配置區 2">
            <a:extLst>
              <a:ext uri="{FF2B5EF4-FFF2-40B4-BE49-F238E27FC236}">
                <a16:creationId xmlns:a16="http://schemas.microsoft.com/office/drawing/2014/main" id="{1D68D3B4-8FC0-2296-B2CC-251DBE6AEB56}"/>
              </a:ext>
            </a:extLst>
          </p:cNvPr>
          <p:cNvSpPr>
            <a:spLocks noGrp="1"/>
          </p:cNvSpPr>
          <p:nvPr>
            <p:ph sz="quarter" idx="12"/>
          </p:nvPr>
        </p:nvSpPr>
        <p:spPr>
          <a:xfrm>
            <a:off x="2424953" y="3678868"/>
            <a:ext cx="5056094" cy="927100"/>
          </a:xfrm>
        </p:spPr>
        <p:txBody>
          <a:bodyPr/>
          <a:lstStyle/>
          <a:p>
            <a:endParaRPr lang="zh-TW" altLang="en-US" dirty="0"/>
          </a:p>
        </p:txBody>
      </p:sp>
      <p:sp>
        <p:nvSpPr>
          <p:cNvPr id="4" name="投影片編號版面配置區 3">
            <a:extLst>
              <a:ext uri="{FF2B5EF4-FFF2-40B4-BE49-F238E27FC236}">
                <a16:creationId xmlns:a16="http://schemas.microsoft.com/office/drawing/2014/main" id="{7D503C0C-F31B-6502-739F-B6EDB11F8E2B}"/>
              </a:ext>
            </a:extLst>
          </p:cNvPr>
          <p:cNvSpPr>
            <a:spLocks noGrp="1"/>
          </p:cNvSpPr>
          <p:nvPr>
            <p:ph type="sldNum" sz="quarter" idx="4"/>
          </p:nvPr>
        </p:nvSpPr>
        <p:spPr/>
        <p:txBody>
          <a:bodyPr/>
          <a:lstStyle/>
          <a:p>
            <a:fld id="{60BF0995-13CC-46C9-9B56-390823875C0A}" type="slidenum">
              <a:rPr lang="zh-TW" altLang="en-US" smtClean="0"/>
              <a:pPr/>
              <a:t>6</a:t>
            </a:fld>
            <a:endParaRPr lang="zh-TW" altLang="en-US"/>
          </a:p>
        </p:txBody>
      </p:sp>
    </p:spTree>
    <p:extLst>
      <p:ext uri="{BB962C8B-B14F-4D97-AF65-F5344CB8AC3E}">
        <p14:creationId xmlns:p14="http://schemas.microsoft.com/office/powerpoint/2010/main" val="3663684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42626E-59FC-0115-6A41-B4971DFB97C3}"/>
              </a:ext>
            </a:extLst>
          </p:cNvPr>
          <p:cNvSpPr>
            <a:spLocks noGrp="1"/>
          </p:cNvSpPr>
          <p:nvPr>
            <p:ph type="title"/>
          </p:nvPr>
        </p:nvSpPr>
        <p:spPr>
          <a:xfrm>
            <a:off x="806782" y="392328"/>
            <a:ext cx="8292433" cy="686196"/>
          </a:xfrm>
        </p:spPr>
        <p:txBody>
          <a:bodyPr>
            <a:normAutofit/>
          </a:bodyPr>
          <a:lstStyle/>
          <a:p>
            <a:r>
              <a:rPr lang="zh-TW" altLang="en-US" dirty="0"/>
              <a:t>功能範圍確認</a:t>
            </a:r>
          </a:p>
        </p:txBody>
      </p:sp>
      <p:sp>
        <p:nvSpPr>
          <p:cNvPr id="4" name="投影片編號版面配置區 3">
            <a:extLst>
              <a:ext uri="{FF2B5EF4-FFF2-40B4-BE49-F238E27FC236}">
                <a16:creationId xmlns:a16="http://schemas.microsoft.com/office/drawing/2014/main" id="{B7A66D31-74D2-13A8-897F-6B2437463AC3}"/>
              </a:ext>
            </a:extLst>
          </p:cNvPr>
          <p:cNvSpPr>
            <a:spLocks noGrp="1"/>
          </p:cNvSpPr>
          <p:nvPr>
            <p:ph type="sldNum" sz="quarter" idx="4"/>
          </p:nvPr>
        </p:nvSpPr>
        <p:spPr/>
        <p:txBody>
          <a:bodyPr/>
          <a:lstStyle/>
          <a:p>
            <a:fld id="{60BF0995-13CC-46C9-9B56-390823875C0A}" type="slidenum">
              <a:rPr lang="zh-TW" altLang="en-US" smtClean="0"/>
              <a:pPr/>
              <a:t>7</a:t>
            </a:fld>
            <a:endParaRPr lang="zh-TW" altLang="en-US"/>
          </a:p>
        </p:txBody>
      </p:sp>
      <p:sp>
        <p:nvSpPr>
          <p:cNvPr id="5" name="內容版面配置區 1">
            <a:extLst>
              <a:ext uri="{FF2B5EF4-FFF2-40B4-BE49-F238E27FC236}">
                <a16:creationId xmlns:a16="http://schemas.microsoft.com/office/drawing/2014/main" id="{940D0F9C-29F5-43D2-AECC-5AD2425E3C22}"/>
              </a:ext>
            </a:extLst>
          </p:cNvPr>
          <p:cNvSpPr>
            <a:spLocks noGrp="1"/>
          </p:cNvSpPr>
          <p:nvPr>
            <p:ph idx="1"/>
          </p:nvPr>
        </p:nvSpPr>
        <p:spPr>
          <a:xfrm>
            <a:off x="886692" y="1415306"/>
            <a:ext cx="7965380" cy="5133276"/>
          </a:xfrm>
        </p:spPr>
        <p:txBody>
          <a:bodyPr>
            <a:normAutofit fontScale="92500" lnSpcReduction="20000"/>
          </a:bodyPr>
          <a:lstStyle/>
          <a:p>
            <a:r>
              <a:rPr lang="en-US" altLang="zh-TW" dirty="0"/>
              <a:t>Intra</a:t>
            </a:r>
            <a:r>
              <a:rPr lang="zh-TW" altLang="en-US" dirty="0"/>
              <a:t>的功能</a:t>
            </a:r>
            <a:endParaRPr lang="en-US" altLang="zh-TW" dirty="0"/>
          </a:p>
          <a:p>
            <a:pPr lvl="1"/>
            <a:r>
              <a:rPr lang="zh-TW" altLang="en-US" sz="1800" kern="2600" dirty="0">
                <a:cs typeface="Times New Roman" panose="02020603050405020304" pitchFamily="18" charset="0"/>
              </a:rPr>
              <a:t>特約醫事機構申請作業</a:t>
            </a:r>
            <a:r>
              <a:rPr lang="en-US" altLang="zh-TW" sz="1800" kern="2600" dirty="0">
                <a:cs typeface="Times New Roman" panose="02020603050405020304" pitchFamily="18" charset="0"/>
              </a:rPr>
              <a:t>(HMAI0)</a:t>
            </a:r>
            <a:r>
              <a:rPr lang="zh-TW" altLang="zh-TW" sz="1800" kern="2600" dirty="0">
                <a:effectLst/>
                <a:cs typeface="Times New Roman" panose="02020603050405020304" pitchFamily="18" charset="0"/>
              </a:rPr>
              <a:t>。</a:t>
            </a:r>
            <a:endParaRPr lang="en-US" altLang="zh-TW" sz="1800" kern="2600" dirty="0">
              <a:effectLst/>
              <a:cs typeface="Times New Roman" panose="02020603050405020304" pitchFamily="18" charset="0"/>
            </a:endParaRPr>
          </a:p>
          <a:p>
            <a:pPr lvl="2"/>
            <a:r>
              <a:rPr lang="zh-TW" altLang="en-US" sz="1400" kern="2600" dirty="0">
                <a:cs typeface="Times New Roman" panose="02020603050405020304" pitchFamily="18" charset="0"/>
              </a:rPr>
              <a:t>功能數量</a:t>
            </a:r>
            <a:r>
              <a:rPr lang="en-US" altLang="zh-TW" sz="1400" kern="2600" dirty="0">
                <a:cs typeface="Times New Roman" panose="02020603050405020304" pitchFamily="18" charset="0"/>
              </a:rPr>
              <a:t>(2)</a:t>
            </a:r>
            <a:endParaRPr lang="en-US" altLang="zh-TW" sz="1400" kern="2600" dirty="0">
              <a:effectLst/>
              <a:cs typeface="Times New Roman" panose="02020603050405020304" pitchFamily="18" charset="0"/>
            </a:endParaRPr>
          </a:p>
          <a:p>
            <a:pPr lvl="1"/>
            <a:r>
              <a:rPr lang="zh-TW" altLang="en-US" sz="1800" kern="2600" dirty="0">
                <a:cs typeface="Times New Roman" panose="02020603050405020304" pitchFamily="18" charset="0"/>
              </a:rPr>
              <a:t>特約醫事機構建檔作業</a:t>
            </a:r>
            <a:r>
              <a:rPr lang="en-US" altLang="zh-TW" sz="1800" kern="2600" dirty="0">
                <a:cs typeface="Times New Roman" panose="02020603050405020304" pitchFamily="18" charset="0"/>
              </a:rPr>
              <a:t>(HMAI1)</a:t>
            </a:r>
            <a:r>
              <a:rPr lang="zh-TW" altLang="zh-TW" sz="1800" kern="2600" dirty="0">
                <a:effectLst/>
                <a:cs typeface="Times New Roman" panose="02020603050405020304" pitchFamily="18" charset="0"/>
              </a:rPr>
              <a:t>。</a:t>
            </a:r>
            <a:endParaRPr lang="en-US" altLang="zh-TW" sz="1800" kern="2600" dirty="0">
              <a:effectLst/>
              <a:cs typeface="Times New Roman" panose="02020603050405020304" pitchFamily="18" charset="0"/>
            </a:endParaRPr>
          </a:p>
          <a:p>
            <a:pPr lvl="2"/>
            <a:r>
              <a:rPr lang="zh-TW" altLang="en-US" sz="1400" kern="2600" dirty="0">
                <a:cs typeface="Times New Roman" panose="02020603050405020304" pitchFamily="18" charset="0"/>
              </a:rPr>
              <a:t>功能數量</a:t>
            </a:r>
            <a:r>
              <a:rPr lang="en-US" altLang="zh-TW" sz="1400" kern="2600" dirty="0">
                <a:cs typeface="Times New Roman" panose="02020603050405020304" pitchFamily="18" charset="0"/>
              </a:rPr>
              <a:t>(42)</a:t>
            </a:r>
            <a:endParaRPr lang="en-US" altLang="zh-TW" sz="1400" kern="2600" dirty="0">
              <a:effectLst/>
              <a:cs typeface="Times New Roman" panose="02020603050405020304" pitchFamily="18" charset="0"/>
            </a:endParaRPr>
          </a:p>
          <a:p>
            <a:pPr lvl="1"/>
            <a:r>
              <a:rPr lang="zh-TW" altLang="en-US" sz="1800" kern="2600" dirty="0">
                <a:cs typeface="Times New Roman" panose="02020603050405020304" pitchFamily="18" charset="0"/>
              </a:rPr>
              <a:t>醫事機構管理作業</a:t>
            </a:r>
            <a:r>
              <a:rPr lang="en-US" altLang="zh-TW" sz="1800" kern="2600" dirty="0">
                <a:cs typeface="Times New Roman" panose="02020603050405020304" pitchFamily="18" charset="0"/>
              </a:rPr>
              <a:t>(HMAI2)</a:t>
            </a:r>
            <a:r>
              <a:rPr lang="zh-TW" altLang="zh-TW" sz="1800" kern="2600" dirty="0">
                <a:effectLst/>
                <a:cs typeface="Times New Roman" panose="02020603050405020304" pitchFamily="18" charset="0"/>
              </a:rPr>
              <a:t>。</a:t>
            </a:r>
            <a:endParaRPr lang="en-US" altLang="zh-TW" sz="1800" kern="2600" dirty="0">
              <a:effectLst/>
              <a:cs typeface="Times New Roman" panose="02020603050405020304" pitchFamily="18" charset="0"/>
            </a:endParaRPr>
          </a:p>
          <a:p>
            <a:pPr lvl="2"/>
            <a:r>
              <a:rPr lang="zh-TW" altLang="en-US" sz="1400" kern="2600" dirty="0">
                <a:cs typeface="Times New Roman" panose="02020603050405020304" pitchFamily="18" charset="0"/>
              </a:rPr>
              <a:t>功能數量</a:t>
            </a:r>
            <a:r>
              <a:rPr lang="en-US" altLang="zh-TW" sz="1400" kern="2600" dirty="0">
                <a:cs typeface="Times New Roman" panose="02020603050405020304" pitchFamily="18" charset="0"/>
              </a:rPr>
              <a:t>(116)</a:t>
            </a:r>
            <a:endParaRPr lang="en-US" altLang="zh-TW" sz="1400" kern="2600" dirty="0">
              <a:effectLst/>
              <a:cs typeface="Times New Roman" panose="02020603050405020304" pitchFamily="18" charset="0"/>
            </a:endParaRPr>
          </a:p>
          <a:p>
            <a:pPr lvl="1"/>
            <a:r>
              <a:rPr lang="zh-TW" altLang="en-US" sz="1800" kern="2600" dirty="0">
                <a:cs typeface="Times New Roman" panose="02020603050405020304" pitchFamily="18" charset="0"/>
              </a:rPr>
              <a:t>特約機構違約作業</a:t>
            </a:r>
            <a:r>
              <a:rPr lang="en-US" altLang="zh-TW" sz="1800" kern="2600" dirty="0">
                <a:cs typeface="Times New Roman" panose="02020603050405020304" pitchFamily="18" charset="0"/>
              </a:rPr>
              <a:t>(HMAI3)</a:t>
            </a:r>
            <a:r>
              <a:rPr lang="zh-TW" altLang="zh-TW" sz="1800" kern="2600" dirty="0">
                <a:cs typeface="Times New Roman" panose="02020603050405020304" pitchFamily="18" charset="0"/>
              </a:rPr>
              <a:t>。</a:t>
            </a:r>
            <a:endParaRPr lang="en-US" altLang="zh-TW" sz="1800" kern="2600" dirty="0">
              <a:cs typeface="Times New Roman" panose="02020603050405020304" pitchFamily="18" charset="0"/>
            </a:endParaRPr>
          </a:p>
          <a:p>
            <a:pPr lvl="2"/>
            <a:r>
              <a:rPr lang="zh-TW" altLang="en-US" sz="1400" kern="2600" dirty="0">
                <a:solidFill>
                  <a:srgbClr val="FF0000"/>
                </a:solidFill>
                <a:cs typeface="Times New Roman" panose="02020603050405020304" pitchFamily="18" charset="0"/>
              </a:rPr>
              <a:t>功能數量</a:t>
            </a:r>
            <a:r>
              <a:rPr lang="en-US" altLang="zh-TW" sz="1400" kern="2600" dirty="0">
                <a:solidFill>
                  <a:srgbClr val="FF0000"/>
                </a:solidFill>
                <a:cs typeface="Times New Roman" panose="02020603050405020304" pitchFamily="18" charset="0"/>
              </a:rPr>
              <a:t>(81)</a:t>
            </a:r>
            <a:r>
              <a:rPr lang="zh-TW" altLang="en-US" sz="1400" kern="2600" dirty="0">
                <a:solidFill>
                  <a:srgbClr val="FF0000"/>
                </a:solidFill>
                <a:cs typeface="Times New Roman" panose="02020603050405020304" pitchFamily="18" charset="0"/>
              </a:rPr>
              <a:t>，不再使用</a:t>
            </a:r>
            <a:endParaRPr lang="en-US" altLang="zh-TW" sz="1400" kern="2600" dirty="0">
              <a:solidFill>
                <a:srgbClr val="FF0000"/>
              </a:solidFill>
              <a:cs typeface="Times New Roman" panose="02020603050405020304" pitchFamily="18" charset="0"/>
            </a:endParaRPr>
          </a:p>
          <a:p>
            <a:pPr lvl="1"/>
            <a:r>
              <a:rPr lang="zh-TW" altLang="en-US" sz="1800" kern="2600" dirty="0">
                <a:cs typeface="Times New Roman" panose="02020603050405020304" pitchFamily="18" charset="0"/>
              </a:rPr>
              <a:t>特約醫事機構代碼作業</a:t>
            </a:r>
            <a:r>
              <a:rPr lang="en-US" altLang="zh-TW" sz="1800" kern="2600" dirty="0">
                <a:cs typeface="Times New Roman" panose="02020603050405020304" pitchFamily="18" charset="0"/>
              </a:rPr>
              <a:t>(HMAI4)</a:t>
            </a:r>
            <a:r>
              <a:rPr lang="zh-TW" altLang="zh-TW" sz="1800" kern="2600" dirty="0">
                <a:cs typeface="Times New Roman" panose="02020603050405020304" pitchFamily="18" charset="0"/>
              </a:rPr>
              <a:t>。</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功能數量</a:t>
            </a:r>
            <a:r>
              <a:rPr lang="en-US" altLang="zh-TW" sz="1400" kern="2600" dirty="0">
                <a:cs typeface="Times New Roman" panose="02020603050405020304" pitchFamily="18" charset="0"/>
              </a:rPr>
              <a:t>(6)</a:t>
            </a:r>
          </a:p>
          <a:p>
            <a:pPr lvl="1"/>
            <a:r>
              <a:rPr lang="zh-TW" altLang="en-US" sz="1800" kern="2600" dirty="0">
                <a:cs typeface="Times New Roman" panose="02020603050405020304" pitchFamily="18" charset="0"/>
              </a:rPr>
              <a:t>試辦計畫線上審核作業</a:t>
            </a:r>
            <a:r>
              <a:rPr lang="en-US" altLang="zh-TW" sz="1800" kern="2600" dirty="0">
                <a:cs typeface="Times New Roman" panose="02020603050405020304" pitchFamily="18" charset="0"/>
              </a:rPr>
              <a:t>(HMAI5)</a:t>
            </a:r>
            <a:r>
              <a:rPr lang="zh-TW" altLang="zh-TW" sz="1800" kern="2600" dirty="0">
                <a:cs typeface="Times New Roman" panose="02020603050405020304" pitchFamily="18" charset="0"/>
              </a:rPr>
              <a:t>。</a:t>
            </a:r>
            <a:endParaRPr lang="en-US" altLang="zh-TW" sz="1800" kern="2600" dirty="0">
              <a:cs typeface="Times New Roman" panose="02020603050405020304" pitchFamily="18" charset="0"/>
            </a:endParaRPr>
          </a:p>
          <a:p>
            <a:pPr lvl="2"/>
            <a:r>
              <a:rPr lang="zh-TW" altLang="en-US" sz="1400" kern="2600" dirty="0">
                <a:solidFill>
                  <a:srgbClr val="FF0000"/>
                </a:solidFill>
                <a:cs typeface="Times New Roman" panose="02020603050405020304" pitchFamily="18" charset="0"/>
              </a:rPr>
              <a:t>功能數量</a:t>
            </a:r>
            <a:r>
              <a:rPr lang="en-US" altLang="zh-TW" sz="1400" kern="2600" dirty="0">
                <a:solidFill>
                  <a:srgbClr val="FF0000"/>
                </a:solidFill>
                <a:cs typeface="Times New Roman" panose="02020603050405020304" pitchFamily="18" charset="0"/>
              </a:rPr>
              <a:t>(10)</a:t>
            </a:r>
            <a:r>
              <a:rPr lang="zh-TW" altLang="en-US" sz="1400" kern="2600" dirty="0">
                <a:solidFill>
                  <a:srgbClr val="FF0000"/>
                </a:solidFill>
                <a:cs typeface="Times New Roman" panose="02020603050405020304" pitchFamily="18" charset="0"/>
              </a:rPr>
              <a:t> ，不再使用</a:t>
            </a:r>
            <a:endParaRPr lang="en-US" altLang="zh-TW" sz="1400" kern="2600" dirty="0">
              <a:solidFill>
                <a:srgbClr val="FF0000"/>
              </a:solidFill>
              <a:cs typeface="Times New Roman" panose="02020603050405020304" pitchFamily="18" charset="0"/>
            </a:endParaRPr>
          </a:p>
          <a:p>
            <a:pPr lvl="1"/>
            <a:r>
              <a:rPr lang="zh-TW" altLang="en-US" sz="1800" kern="2600" dirty="0">
                <a:cs typeface="Times New Roman" panose="02020603050405020304" pitchFamily="18" charset="0"/>
              </a:rPr>
              <a:t>特約醫事機構查詢作業</a:t>
            </a:r>
            <a:r>
              <a:rPr lang="en-US" altLang="zh-TW" sz="1800" kern="2600" dirty="0">
                <a:cs typeface="Times New Roman" panose="02020603050405020304" pitchFamily="18" charset="0"/>
              </a:rPr>
              <a:t>(HMAI6)</a:t>
            </a:r>
            <a:r>
              <a:rPr lang="zh-TW" altLang="zh-TW" sz="1800" kern="2600" dirty="0">
                <a:cs typeface="Times New Roman" panose="02020603050405020304" pitchFamily="18" charset="0"/>
              </a:rPr>
              <a:t>。</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功能數量</a:t>
            </a:r>
            <a:r>
              <a:rPr lang="en-US" altLang="zh-TW" sz="1400" kern="2600" dirty="0">
                <a:cs typeface="Times New Roman" panose="02020603050405020304" pitchFamily="18" charset="0"/>
              </a:rPr>
              <a:t>(31)</a:t>
            </a:r>
          </a:p>
          <a:p>
            <a:pPr lvl="1"/>
            <a:r>
              <a:rPr lang="zh-TW" altLang="en-US" sz="1800" kern="2600" dirty="0">
                <a:cs typeface="Times New Roman" panose="02020603050405020304" pitchFamily="18" charset="0"/>
              </a:rPr>
              <a:t>醫事人員查詢作業</a:t>
            </a:r>
            <a:r>
              <a:rPr lang="en-US" altLang="zh-TW" sz="1800" kern="2600" dirty="0">
                <a:cs typeface="Times New Roman" panose="02020603050405020304" pitchFamily="18" charset="0"/>
              </a:rPr>
              <a:t>(HMAI7)</a:t>
            </a:r>
            <a:r>
              <a:rPr lang="zh-TW" altLang="zh-TW" sz="1800" kern="2600" dirty="0">
                <a:cs typeface="Times New Roman" panose="02020603050405020304" pitchFamily="18" charset="0"/>
              </a:rPr>
              <a:t>。</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功能數量</a:t>
            </a:r>
            <a:r>
              <a:rPr lang="en-US" altLang="zh-TW" sz="1400" kern="2600" dirty="0">
                <a:cs typeface="Times New Roman" panose="02020603050405020304" pitchFamily="18" charset="0"/>
              </a:rPr>
              <a:t>(10)</a:t>
            </a:r>
          </a:p>
          <a:p>
            <a:pPr lvl="1"/>
            <a:r>
              <a:rPr lang="zh-TW" altLang="en-US" sz="1800" kern="2600" dirty="0">
                <a:cs typeface="Times New Roman" panose="02020603050405020304" pitchFamily="18" charset="0"/>
              </a:rPr>
              <a:t>特約醫事管理批次作業</a:t>
            </a:r>
            <a:r>
              <a:rPr lang="en-US" altLang="zh-TW" sz="1800" kern="2600" dirty="0">
                <a:cs typeface="Times New Roman" panose="02020603050405020304" pitchFamily="18" charset="0"/>
              </a:rPr>
              <a:t>(HMAI8)</a:t>
            </a:r>
            <a:r>
              <a:rPr lang="zh-TW" altLang="zh-TW" sz="1800" kern="2600" dirty="0">
                <a:cs typeface="Times New Roman" panose="02020603050405020304" pitchFamily="18" charset="0"/>
              </a:rPr>
              <a:t>。</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功能數量</a:t>
            </a:r>
            <a:r>
              <a:rPr lang="en-US" altLang="zh-TW" sz="1400" kern="2600" dirty="0">
                <a:cs typeface="Times New Roman" panose="02020603050405020304" pitchFamily="18" charset="0"/>
              </a:rPr>
              <a:t>(17)</a:t>
            </a:r>
            <a:r>
              <a:rPr lang="zh-TW" altLang="en-US" sz="1400" kern="2600" dirty="0">
                <a:solidFill>
                  <a:srgbClr val="FF0000"/>
                </a:solidFill>
                <a:cs typeface="Times New Roman" panose="02020603050405020304" pitchFamily="18" charset="0"/>
              </a:rPr>
              <a:t>，其中衛福部</a:t>
            </a:r>
            <a:r>
              <a:rPr lang="en-US" altLang="zh-TW" sz="1400" kern="2600" dirty="0">
                <a:solidFill>
                  <a:srgbClr val="FF0000"/>
                </a:solidFill>
                <a:cs typeface="Times New Roman" panose="02020603050405020304" pitchFamily="18" charset="0"/>
              </a:rPr>
              <a:t>COVID</a:t>
            </a:r>
            <a:r>
              <a:rPr lang="zh-TW" altLang="en-US" sz="1400" kern="2600" dirty="0">
                <a:solidFill>
                  <a:srgbClr val="FF0000"/>
                </a:solidFill>
                <a:cs typeface="Times New Roman" panose="02020603050405020304" pitchFamily="18" charset="0"/>
              </a:rPr>
              <a:t>病床匯入作業</a:t>
            </a:r>
            <a:r>
              <a:rPr lang="en-US" altLang="zh-TW" sz="1400" kern="2600" dirty="0">
                <a:solidFill>
                  <a:srgbClr val="FF0000"/>
                </a:solidFill>
                <a:cs typeface="Times New Roman" panose="02020603050405020304" pitchFamily="18" charset="0"/>
              </a:rPr>
              <a:t>(HMAI8050S01)</a:t>
            </a:r>
            <a:r>
              <a:rPr lang="zh-TW" altLang="en-US" sz="1400" kern="2600" dirty="0">
                <a:solidFill>
                  <a:srgbClr val="FF0000"/>
                </a:solidFill>
                <a:cs typeface="Times New Roman" panose="02020603050405020304" pitchFamily="18" charset="0"/>
              </a:rPr>
              <a:t>不再使用</a:t>
            </a:r>
            <a:endParaRPr lang="en-US" altLang="zh-TW" sz="1400" kern="2600" dirty="0">
              <a:cs typeface="Times New Roman" panose="02020603050405020304" pitchFamily="18" charset="0"/>
            </a:endParaRPr>
          </a:p>
        </p:txBody>
      </p:sp>
      <p:pic>
        <p:nvPicPr>
          <p:cNvPr id="9" name="圖片 8">
            <a:extLst>
              <a:ext uri="{FF2B5EF4-FFF2-40B4-BE49-F238E27FC236}">
                <a16:creationId xmlns:a16="http://schemas.microsoft.com/office/drawing/2014/main" id="{4BFC5861-0564-9554-73CF-25D6CC34048D}"/>
              </a:ext>
            </a:extLst>
          </p:cNvPr>
          <p:cNvPicPr>
            <a:picLocks noChangeAspect="1"/>
          </p:cNvPicPr>
          <p:nvPr/>
        </p:nvPicPr>
        <p:blipFill>
          <a:blip r:embed="rId3"/>
          <a:stretch>
            <a:fillRect/>
          </a:stretch>
        </p:blipFill>
        <p:spPr>
          <a:xfrm>
            <a:off x="4733635" y="1520726"/>
            <a:ext cx="2210108" cy="2095792"/>
          </a:xfrm>
          <a:prstGeom prst="rect">
            <a:avLst/>
          </a:prstGeom>
        </p:spPr>
      </p:pic>
      <p:pic>
        <p:nvPicPr>
          <p:cNvPr id="11" name="圖片 10">
            <a:extLst>
              <a:ext uri="{FF2B5EF4-FFF2-40B4-BE49-F238E27FC236}">
                <a16:creationId xmlns:a16="http://schemas.microsoft.com/office/drawing/2014/main" id="{45411026-1B47-088C-DE6E-C6FF0800D89B}"/>
              </a:ext>
            </a:extLst>
          </p:cNvPr>
          <p:cNvPicPr>
            <a:picLocks noChangeAspect="1"/>
          </p:cNvPicPr>
          <p:nvPr/>
        </p:nvPicPr>
        <p:blipFill>
          <a:blip r:embed="rId4"/>
          <a:stretch>
            <a:fillRect/>
          </a:stretch>
        </p:blipFill>
        <p:spPr>
          <a:xfrm>
            <a:off x="4848258" y="4160787"/>
            <a:ext cx="4250957" cy="1938796"/>
          </a:xfrm>
          <a:prstGeom prst="rect">
            <a:avLst/>
          </a:prstGeom>
        </p:spPr>
      </p:pic>
    </p:spTree>
    <p:extLst>
      <p:ext uri="{BB962C8B-B14F-4D97-AF65-F5344CB8AC3E}">
        <p14:creationId xmlns:p14="http://schemas.microsoft.com/office/powerpoint/2010/main" val="2321653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EF7F7-11BE-0F6C-CA9D-18682AA08CD0}"/>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59461B4-F5C3-1C6B-E113-9E4D65F1E7DC}"/>
              </a:ext>
            </a:extLst>
          </p:cNvPr>
          <p:cNvSpPr>
            <a:spLocks noGrp="1"/>
          </p:cNvSpPr>
          <p:nvPr>
            <p:ph type="title"/>
          </p:nvPr>
        </p:nvSpPr>
        <p:spPr>
          <a:xfrm>
            <a:off x="806782" y="392328"/>
            <a:ext cx="8292433" cy="686196"/>
          </a:xfrm>
        </p:spPr>
        <p:txBody>
          <a:bodyPr>
            <a:normAutofit/>
          </a:bodyPr>
          <a:lstStyle/>
          <a:p>
            <a:r>
              <a:rPr lang="zh-TW" altLang="en-US" dirty="0"/>
              <a:t>功能範圍確認</a:t>
            </a:r>
          </a:p>
        </p:txBody>
      </p:sp>
      <p:sp>
        <p:nvSpPr>
          <p:cNvPr id="4" name="投影片編號版面配置區 3">
            <a:extLst>
              <a:ext uri="{FF2B5EF4-FFF2-40B4-BE49-F238E27FC236}">
                <a16:creationId xmlns:a16="http://schemas.microsoft.com/office/drawing/2014/main" id="{4CAA63C4-80CB-CC16-E5E3-24C3DD1E33EC}"/>
              </a:ext>
            </a:extLst>
          </p:cNvPr>
          <p:cNvSpPr>
            <a:spLocks noGrp="1"/>
          </p:cNvSpPr>
          <p:nvPr>
            <p:ph type="sldNum" sz="quarter" idx="4"/>
          </p:nvPr>
        </p:nvSpPr>
        <p:spPr/>
        <p:txBody>
          <a:bodyPr/>
          <a:lstStyle/>
          <a:p>
            <a:fld id="{60BF0995-13CC-46C9-9B56-390823875C0A}" type="slidenum">
              <a:rPr lang="zh-TW" altLang="en-US" smtClean="0"/>
              <a:pPr/>
              <a:t>8</a:t>
            </a:fld>
            <a:endParaRPr lang="zh-TW" altLang="en-US"/>
          </a:p>
        </p:txBody>
      </p:sp>
      <p:sp>
        <p:nvSpPr>
          <p:cNvPr id="5" name="內容版面配置區 1">
            <a:extLst>
              <a:ext uri="{FF2B5EF4-FFF2-40B4-BE49-F238E27FC236}">
                <a16:creationId xmlns:a16="http://schemas.microsoft.com/office/drawing/2014/main" id="{68AC55AE-366D-CED9-09A5-17EFE34F28A7}"/>
              </a:ext>
            </a:extLst>
          </p:cNvPr>
          <p:cNvSpPr>
            <a:spLocks noGrp="1"/>
          </p:cNvSpPr>
          <p:nvPr>
            <p:ph idx="1"/>
          </p:nvPr>
        </p:nvSpPr>
        <p:spPr>
          <a:xfrm>
            <a:off x="886692" y="1415306"/>
            <a:ext cx="4331853" cy="5133276"/>
          </a:xfrm>
        </p:spPr>
        <p:txBody>
          <a:bodyPr>
            <a:normAutofit/>
          </a:bodyPr>
          <a:lstStyle/>
          <a:p>
            <a:r>
              <a:rPr lang="en-US" altLang="zh-TW" dirty="0"/>
              <a:t>Intra</a:t>
            </a:r>
            <a:r>
              <a:rPr lang="zh-TW" altLang="en-US" dirty="0"/>
              <a:t>的功能</a:t>
            </a:r>
            <a:endParaRPr lang="en-US" altLang="zh-TW" dirty="0"/>
          </a:p>
          <a:p>
            <a:pPr lvl="1"/>
            <a:r>
              <a:rPr lang="zh-TW" altLang="en-US" sz="1500" kern="2600" dirty="0">
                <a:cs typeface="Times New Roman" panose="02020603050405020304" pitchFamily="18" charset="0"/>
              </a:rPr>
              <a:t>特約醫事機構申請作業</a:t>
            </a:r>
            <a:r>
              <a:rPr lang="en-US" altLang="zh-TW" sz="1500" kern="2600" dirty="0">
                <a:cs typeface="Times New Roman" panose="02020603050405020304" pitchFamily="18" charset="0"/>
              </a:rPr>
              <a:t>(HMAI0)</a:t>
            </a:r>
          </a:p>
          <a:p>
            <a:pPr marL="301625" lvl="1" indent="0">
              <a:buNone/>
            </a:pPr>
            <a:endParaRPr lang="en-US" altLang="zh-TW" sz="1500" kern="2600" dirty="0">
              <a:effectLst/>
              <a:cs typeface="Times New Roman" panose="02020603050405020304" pitchFamily="18" charset="0"/>
            </a:endParaRPr>
          </a:p>
          <a:p>
            <a:pPr lvl="1"/>
            <a:r>
              <a:rPr lang="zh-TW" altLang="en-US" sz="1500" kern="2600" dirty="0">
                <a:cs typeface="Times New Roman" panose="02020603050405020304" pitchFamily="18" charset="0"/>
              </a:rPr>
              <a:t>特約醫事機構建檔作業</a:t>
            </a:r>
            <a:r>
              <a:rPr lang="en-US" altLang="zh-TW" sz="1500" kern="2600" dirty="0">
                <a:cs typeface="Times New Roman" panose="02020603050405020304" pitchFamily="18" charset="0"/>
              </a:rPr>
              <a:t>(HMAI1)</a:t>
            </a:r>
          </a:p>
          <a:p>
            <a:pPr marL="301625" lvl="1" indent="0">
              <a:buNone/>
            </a:pPr>
            <a:endParaRPr lang="en-US" altLang="zh-TW" sz="1500" kern="2600" dirty="0">
              <a:effectLst/>
              <a:cs typeface="Times New Roman" panose="02020603050405020304" pitchFamily="18" charset="0"/>
            </a:endParaRPr>
          </a:p>
          <a:p>
            <a:pPr marL="301625" lvl="1" indent="0">
              <a:buNone/>
            </a:pPr>
            <a:endParaRPr lang="en-US" altLang="zh-TW" sz="1500" kern="2600" dirty="0">
              <a:cs typeface="Times New Roman" panose="02020603050405020304" pitchFamily="18" charset="0"/>
            </a:endParaRPr>
          </a:p>
          <a:p>
            <a:pPr marL="301625" lvl="1" indent="0">
              <a:buNone/>
            </a:pPr>
            <a:endParaRPr lang="en-US" altLang="zh-TW" sz="1500" kern="2600" dirty="0">
              <a:cs typeface="Times New Roman" panose="02020603050405020304" pitchFamily="18" charset="0"/>
            </a:endParaRPr>
          </a:p>
          <a:p>
            <a:pPr marL="301625" lvl="1" indent="0">
              <a:buNone/>
            </a:pPr>
            <a:endParaRPr lang="en-US" altLang="zh-TW" sz="1500" kern="2600" dirty="0">
              <a:cs typeface="Times New Roman" panose="02020603050405020304" pitchFamily="18" charset="0"/>
            </a:endParaRPr>
          </a:p>
          <a:p>
            <a:pPr marL="301625" lvl="1" indent="0">
              <a:buNone/>
            </a:pPr>
            <a:endParaRPr lang="en-US" altLang="zh-TW" sz="1500" kern="2600" dirty="0">
              <a:cs typeface="Times New Roman" panose="02020603050405020304" pitchFamily="18" charset="0"/>
            </a:endParaRPr>
          </a:p>
          <a:p>
            <a:pPr lvl="1"/>
            <a:r>
              <a:rPr lang="zh-TW" altLang="en-US" sz="1500" kern="2600" dirty="0">
                <a:cs typeface="Times New Roman" panose="02020603050405020304" pitchFamily="18" charset="0"/>
              </a:rPr>
              <a:t>醫事機構管理作業</a:t>
            </a:r>
            <a:r>
              <a:rPr lang="en-US" altLang="zh-TW" sz="1500" kern="2600" dirty="0">
                <a:cs typeface="Times New Roman" panose="02020603050405020304" pitchFamily="18" charset="0"/>
              </a:rPr>
              <a:t>(HMAI2)</a:t>
            </a:r>
          </a:p>
          <a:p>
            <a:pPr marL="301625" lvl="1" indent="0">
              <a:buNone/>
            </a:pPr>
            <a:endParaRPr lang="en-US" altLang="zh-TW" sz="1500" kern="2600" dirty="0">
              <a:effectLst/>
              <a:cs typeface="Times New Roman" panose="02020603050405020304" pitchFamily="18" charset="0"/>
            </a:endParaRPr>
          </a:p>
          <a:p>
            <a:pPr marL="301625" lvl="1" indent="0">
              <a:buNone/>
            </a:pPr>
            <a:endParaRPr lang="en-US" altLang="zh-TW" sz="1500" kern="2600" dirty="0">
              <a:cs typeface="Times New Roman" panose="02020603050405020304" pitchFamily="18" charset="0"/>
            </a:endParaRPr>
          </a:p>
          <a:p>
            <a:pPr marL="301625" lvl="1" indent="0">
              <a:buNone/>
            </a:pPr>
            <a:endParaRPr lang="en-US" altLang="zh-TW" sz="1500" kern="2600" dirty="0">
              <a:effectLst/>
              <a:cs typeface="Times New Roman" panose="02020603050405020304" pitchFamily="18" charset="0"/>
            </a:endParaRPr>
          </a:p>
          <a:p>
            <a:pPr marL="301625" lvl="1" indent="0">
              <a:buNone/>
            </a:pPr>
            <a:endParaRPr lang="en-US" altLang="zh-TW" sz="1500" kern="2600" dirty="0">
              <a:effectLst/>
              <a:cs typeface="Times New Roman" panose="02020603050405020304" pitchFamily="18" charset="0"/>
            </a:endParaRPr>
          </a:p>
          <a:p>
            <a:pPr marL="301625" lvl="1" indent="0">
              <a:buNone/>
            </a:pPr>
            <a:endParaRPr lang="en-US" altLang="zh-TW" sz="1500" kern="2600" dirty="0">
              <a:effectLst/>
              <a:cs typeface="Times New Roman" panose="02020603050405020304" pitchFamily="18" charset="0"/>
            </a:endParaRPr>
          </a:p>
          <a:p>
            <a:pPr marL="301625" lvl="1" indent="0">
              <a:buNone/>
            </a:pPr>
            <a:endParaRPr lang="en-US" altLang="zh-TW" sz="1400" kern="2600" dirty="0">
              <a:cs typeface="Times New Roman" panose="02020603050405020304" pitchFamily="18" charset="0"/>
            </a:endParaRPr>
          </a:p>
        </p:txBody>
      </p:sp>
      <p:pic>
        <p:nvPicPr>
          <p:cNvPr id="6" name="圖片 5">
            <a:extLst>
              <a:ext uri="{FF2B5EF4-FFF2-40B4-BE49-F238E27FC236}">
                <a16:creationId xmlns:a16="http://schemas.microsoft.com/office/drawing/2014/main" id="{F97DCE0C-9FBA-B5D9-96E1-A7880A4B71A5}"/>
              </a:ext>
            </a:extLst>
          </p:cNvPr>
          <p:cNvPicPr>
            <a:picLocks noChangeAspect="1"/>
          </p:cNvPicPr>
          <p:nvPr/>
        </p:nvPicPr>
        <p:blipFill>
          <a:blip r:embed="rId3"/>
          <a:stretch>
            <a:fillRect/>
          </a:stretch>
        </p:blipFill>
        <p:spPr>
          <a:xfrm>
            <a:off x="1504493" y="2227062"/>
            <a:ext cx="3021325" cy="323450"/>
          </a:xfrm>
          <a:prstGeom prst="rect">
            <a:avLst/>
          </a:prstGeom>
        </p:spPr>
      </p:pic>
      <p:sp>
        <p:nvSpPr>
          <p:cNvPr id="7" name="內容版面配置區 1">
            <a:extLst>
              <a:ext uri="{FF2B5EF4-FFF2-40B4-BE49-F238E27FC236}">
                <a16:creationId xmlns:a16="http://schemas.microsoft.com/office/drawing/2014/main" id="{CA56498F-BD79-3326-D6C6-27614BFE5730}"/>
              </a:ext>
            </a:extLst>
          </p:cNvPr>
          <p:cNvSpPr txBox="1">
            <a:spLocks/>
          </p:cNvSpPr>
          <p:nvPr/>
        </p:nvSpPr>
        <p:spPr>
          <a:xfrm>
            <a:off x="4952998" y="1415306"/>
            <a:ext cx="4331853" cy="5133276"/>
          </a:xfrm>
          <a:prstGeom prst="rect">
            <a:avLst/>
          </a:prstGeom>
        </p:spPr>
        <p:txBody>
          <a:bodyPr vert="horz" lIns="91440" tIns="45720" rIns="91440" bIns="45720" rtlCol="0">
            <a:normAutofit/>
          </a:bodyPr>
          <a:lstStyle>
            <a:lvl1pPr marL="271463" indent="-271463" algn="l" defTabSz="603647" rtl="0" eaLnBrk="1" latinLnBrk="0" hangingPunct="1">
              <a:lnSpc>
                <a:spcPct val="100000"/>
              </a:lnSpc>
              <a:spcBef>
                <a:spcPts val="600"/>
              </a:spcBef>
              <a:buClr>
                <a:srgbClr val="1E4660"/>
              </a:buClr>
              <a:buSzPct val="100000"/>
              <a:buFont typeface="Wingdings" panose="05000000000000000000" pitchFamily="2" charset="2"/>
              <a:buChar char="l"/>
              <a:defRPr sz="2800" kern="1200">
                <a:solidFill>
                  <a:schemeClr val="tx1"/>
                </a:solidFill>
                <a:latin typeface="微軟正黑體" panose="020B0604030504040204" pitchFamily="34" charset="-120"/>
                <a:ea typeface="微軟正黑體" panose="020B0604030504040204" pitchFamily="34" charset="-120"/>
                <a:cs typeface="+mn-cs"/>
              </a:defRPr>
            </a:lvl1pPr>
            <a:lvl2pPr marL="533400" indent="-231775" algn="l" defTabSz="603647" rtl="0" eaLnBrk="1" latinLnBrk="0" hangingPunct="1">
              <a:lnSpc>
                <a:spcPct val="100000"/>
              </a:lnSpc>
              <a:spcBef>
                <a:spcPts val="600"/>
              </a:spcBef>
              <a:buClr>
                <a:srgbClr val="1E4660"/>
              </a:buClr>
              <a:buSzPct val="100000"/>
              <a:buFont typeface="Arial" panose="020B0604020202020204" pitchFamily="34" charset="0"/>
              <a:buChar char="–"/>
              <a:defRPr sz="2400" kern="1200">
                <a:solidFill>
                  <a:schemeClr val="tx1"/>
                </a:solidFill>
                <a:latin typeface="微軟正黑體" panose="020B0604030504040204" pitchFamily="34" charset="-120"/>
                <a:ea typeface="微軟正黑體" panose="020B0604030504040204" pitchFamily="34" charset="-120"/>
                <a:cs typeface="+mn-cs"/>
              </a:defRPr>
            </a:lvl2pPr>
            <a:lvl3pPr marL="804863" indent="-201613" algn="l" defTabSz="603647" rtl="0" eaLnBrk="1" latinLnBrk="0" hangingPunct="1">
              <a:lnSpc>
                <a:spcPct val="100000"/>
              </a:lnSpc>
              <a:spcBef>
                <a:spcPts val="600"/>
              </a:spcBef>
              <a:buClr>
                <a:srgbClr val="1E4660"/>
              </a:buClr>
              <a:buSzPct val="100000"/>
              <a:buFont typeface="Wingdings" panose="05000000000000000000" pitchFamily="2" charset="2"/>
              <a:buChar char="n"/>
              <a:defRPr sz="2000" kern="1200">
                <a:solidFill>
                  <a:schemeClr val="tx1"/>
                </a:solidFill>
                <a:latin typeface="微軟正黑體" panose="020B0604030504040204" pitchFamily="34" charset="-120"/>
                <a:ea typeface="微軟正黑體" panose="020B0604030504040204" pitchFamily="34" charset="-120"/>
                <a:cs typeface="+mn-cs"/>
              </a:defRPr>
            </a:lvl3pPr>
            <a:lvl4pPr marL="1077913" indent="-173038" algn="l" defTabSz="603647" rtl="0" eaLnBrk="1" latinLnBrk="0" hangingPunct="1">
              <a:lnSpc>
                <a:spcPct val="100000"/>
              </a:lnSpc>
              <a:spcBef>
                <a:spcPts val="600"/>
              </a:spcBef>
              <a:buClr>
                <a:srgbClr val="1E4660"/>
              </a:buClr>
              <a:buSzPct val="100000"/>
              <a:buFont typeface="Wingdings" panose="05000000000000000000" pitchFamily="2" charset="2"/>
              <a:buChar char="u"/>
              <a:defRPr sz="1800" kern="1200">
                <a:solidFill>
                  <a:schemeClr val="tx1"/>
                </a:solidFill>
                <a:latin typeface="微軟正黑體" panose="020B0604030504040204" pitchFamily="34" charset="-120"/>
                <a:ea typeface="微軟正黑體" panose="020B0604030504040204" pitchFamily="34" charset="-120"/>
                <a:cs typeface="+mn-cs"/>
              </a:defRPr>
            </a:lvl4pPr>
            <a:lvl5pPr marL="1436688" indent="-230188" algn="l" defTabSz="603647" rtl="0" eaLnBrk="1" latinLnBrk="0" hangingPunct="1">
              <a:lnSpc>
                <a:spcPct val="100000"/>
              </a:lnSpc>
              <a:spcBef>
                <a:spcPts val="600"/>
              </a:spcBef>
              <a:buClr>
                <a:srgbClr val="1E4660"/>
              </a:buClr>
              <a:buSzPct val="100000"/>
              <a:buFont typeface="Wingdings" panose="05000000000000000000" pitchFamily="2" charset="2"/>
              <a:buChar char="p"/>
              <a:defRPr sz="1800" kern="1200">
                <a:solidFill>
                  <a:schemeClr val="tx1"/>
                </a:solidFill>
                <a:latin typeface="微軟正黑體" panose="020B0604030504040204" pitchFamily="34" charset="-120"/>
                <a:ea typeface="微軟正黑體" panose="020B0604030504040204" pitchFamily="34" charset="-120"/>
                <a:cs typeface="+mn-cs"/>
              </a:defRPr>
            </a:lvl5pPr>
            <a:lvl6pPr marL="1660029"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6pPr>
            <a:lvl7pPr marL="1961853"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7pPr>
            <a:lvl8pPr marL="2263676"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8pPr>
            <a:lvl9pPr marL="2565500"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9pPr>
          </a:lstStyle>
          <a:p>
            <a:pPr marL="0" indent="0">
              <a:buNone/>
            </a:pPr>
            <a:endParaRPr lang="en-US" altLang="zh-TW" dirty="0"/>
          </a:p>
          <a:p>
            <a:pPr lvl="1"/>
            <a:r>
              <a:rPr lang="zh-TW" altLang="en-US" sz="1500" kern="2600" dirty="0">
                <a:cs typeface="Times New Roman" panose="02020603050405020304" pitchFamily="18" charset="0"/>
              </a:rPr>
              <a:t>特約醫事機構代碼作業</a:t>
            </a:r>
            <a:r>
              <a:rPr lang="en-US" altLang="zh-TW" sz="1500" kern="2600" dirty="0">
                <a:cs typeface="Times New Roman" panose="02020603050405020304" pitchFamily="18" charset="0"/>
              </a:rPr>
              <a:t>(HMAI4)</a:t>
            </a:r>
          </a:p>
          <a:p>
            <a:pPr marL="301625" lvl="1" indent="0">
              <a:buNone/>
            </a:pPr>
            <a:endParaRPr lang="en-US" altLang="zh-TW" sz="1500" kern="2600" dirty="0">
              <a:cs typeface="Times New Roman" panose="02020603050405020304" pitchFamily="18" charset="0"/>
            </a:endParaRPr>
          </a:p>
          <a:p>
            <a:pPr marL="301625" lvl="1" indent="0">
              <a:buNone/>
            </a:pPr>
            <a:endParaRPr lang="en-US" altLang="zh-TW" sz="1500" kern="2600" dirty="0">
              <a:cs typeface="Times New Roman" panose="02020603050405020304" pitchFamily="18" charset="0"/>
            </a:endParaRPr>
          </a:p>
          <a:p>
            <a:pPr lvl="1"/>
            <a:r>
              <a:rPr lang="zh-TW" altLang="en-US" sz="1500" kern="2600" dirty="0">
                <a:cs typeface="Times New Roman" panose="02020603050405020304" pitchFamily="18" charset="0"/>
              </a:rPr>
              <a:t>特約醫事機構查詢作業</a:t>
            </a:r>
            <a:r>
              <a:rPr lang="en-US" altLang="zh-TW" sz="1500" kern="2600" dirty="0">
                <a:cs typeface="Times New Roman" panose="02020603050405020304" pitchFamily="18" charset="0"/>
              </a:rPr>
              <a:t>(HMAI6)</a:t>
            </a:r>
          </a:p>
          <a:p>
            <a:pPr marL="301625" lvl="1" indent="0">
              <a:buNone/>
            </a:pPr>
            <a:endParaRPr lang="en-US" altLang="zh-TW" sz="1500" kern="2600" dirty="0">
              <a:cs typeface="Times New Roman" panose="02020603050405020304" pitchFamily="18" charset="0"/>
            </a:endParaRPr>
          </a:p>
          <a:p>
            <a:pPr marL="301625" lvl="1" indent="0">
              <a:buNone/>
            </a:pPr>
            <a:endParaRPr lang="en-US" altLang="zh-TW" sz="1500" kern="2600" dirty="0">
              <a:cs typeface="Times New Roman" panose="02020603050405020304" pitchFamily="18" charset="0"/>
            </a:endParaRPr>
          </a:p>
          <a:p>
            <a:pPr lvl="1"/>
            <a:r>
              <a:rPr lang="zh-TW" altLang="en-US" sz="1500" kern="2600" dirty="0">
                <a:cs typeface="Times New Roman" panose="02020603050405020304" pitchFamily="18" charset="0"/>
              </a:rPr>
              <a:t>醫事人員查詢作業</a:t>
            </a:r>
            <a:r>
              <a:rPr lang="en-US" altLang="zh-TW" sz="1500" kern="2600" dirty="0">
                <a:cs typeface="Times New Roman" panose="02020603050405020304" pitchFamily="18" charset="0"/>
              </a:rPr>
              <a:t>(HMAI7)</a:t>
            </a:r>
          </a:p>
          <a:p>
            <a:pPr marL="301625" lvl="1" indent="0">
              <a:buNone/>
            </a:pPr>
            <a:endParaRPr lang="en-US" altLang="zh-TW" sz="1500" kern="2600" dirty="0">
              <a:cs typeface="Times New Roman" panose="02020603050405020304" pitchFamily="18" charset="0"/>
            </a:endParaRPr>
          </a:p>
          <a:p>
            <a:pPr marL="301625" lvl="1" indent="0">
              <a:buNone/>
            </a:pPr>
            <a:endParaRPr lang="en-US" altLang="zh-TW" sz="1500" kern="2600" dirty="0">
              <a:cs typeface="Times New Roman" panose="02020603050405020304" pitchFamily="18" charset="0"/>
            </a:endParaRPr>
          </a:p>
          <a:p>
            <a:pPr marL="301625" lvl="1" indent="0">
              <a:buNone/>
            </a:pPr>
            <a:endParaRPr lang="en-US" altLang="zh-TW" sz="1500" kern="2600" dirty="0">
              <a:cs typeface="Times New Roman" panose="02020603050405020304" pitchFamily="18" charset="0"/>
            </a:endParaRPr>
          </a:p>
          <a:p>
            <a:pPr lvl="1"/>
            <a:r>
              <a:rPr lang="zh-TW" altLang="en-US" sz="1500" kern="2600" dirty="0">
                <a:cs typeface="Times New Roman" panose="02020603050405020304" pitchFamily="18" charset="0"/>
              </a:rPr>
              <a:t>特約醫事管理批次作業</a:t>
            </a:r>
            <a:r>
              <a:rPr lang="en-US" altLang="zh-TW" sz="1500" kern="2600" dirty="0">
                <a:cs typeface="Times New Roman" panose="02020603050405020304" pitchFamily="18" charset="0"/>
              </a:rPr>
              <a:t>(HMAI8)</a:t>
            </a:r>
          </a:p>
        </p:txBody>
      </p:sp>
      <p:pic>
        <p:nvPicPr>
          <p:cNvPr id="10" name="圖片 9">
            <a:extLst>
              <a:ext uri="{FF2B5EF4-FFF2-40B4-BE49-F238E27FC236}">
                <a16:creationId xmlns:a16="http://schemas.microsoft.com/office/drawing/2014/main" id="{CB5F65DE-78E4-5FB2-82A3-9CD9894A3BE3}"/>
              </a:ext>
            </a:extLst>
          </p:cNvPr>
          <p:cNvPicPr>
            <a:picLocks noChangeAspect="1"/>
          </p:cNvPicPr>
          <p:nvPr/>
        </p:nvPicPr>
        <p:blipFill>
          <a:blip r:embed="rId4"/>
          <a:stretch>
            <a:fillRect/>
          </a:stretch>
        </p:blipFill>
        <p:spPr>
          <a:xfrm>
            <a:off x="1504493" y="2822642"/>
            <a:ext cx="1672816" cy="1501093"/>
          </a:xfrm>
          <a:prstGeom prst="rect">
            <a:avLst/>
          </a:prstGeom>
        </p:spPr>
      </p:pic>
      <p:pic>
        <p:nvPicPr>
          <p:cNvPr id="13" name="圖片 12">
            <a:extLst>
              <a:ext uri="{FF2B5EF4-FFF2-40B4-BE49-F238E27FC236}">
                <a16:creationId xmlns:a16="http://schemas.microsoft.com/office/drawing/2014/main" id="{D6F8C587-A20E-60B4-AB6C-2EB21D415C7D}"/>
              </a:ext>
            </a:extLst>
          </p:cNvPr>
          <p:cNvPicPr>
            <a:picLocks noChangeAspect="1"/>
          </p:cNvPicPr>
          <p:nvPr/>
        </p:nvPicPr>
        <p:blipFill>
          <a:blip r:embed="rId5"/>
          <a:stretch>
            <a:fillRect/>
          </a:stretch>
        </p:blipFill>
        <p:spPr>
          <a:xfrm>
            <a:off x="1504493" y="4644182"/>
            <a:ext cx="1765180" cy="1829485"/>
          </a:xfrm>
          <a:prstGeom prst="rect">
            <a:avLst/>
          </a:prstGeom>
        </p:spPr>
      </p:pic>
      <p:pic>
        <p:nvPicPr>
          <p:cNvPr id="15" name="圖片 14">
            <a:extLst>
              <a:ext uri="{FF2B5EF4-FFF2-40B4-BE49-F238E27FC236}">
                <a16:creationId xmlns:a16="http://schemas.microsoft.com/office/drawing/2014/main" id="{CBBB5952-2E10-42ED-851F-3E5AC17C2059}"/>
              </a:ext>
            </a:extLst>
          </p:cNvPr>
          <p:cNvPicPr>
            <a:picLocks noChangeAspect="1"/>
          </p:cNvPicPr>
          <p:nvPr/>
        </p:nvPicPr>
        <p:blipFill>
          <a:blip r:embed="rId6"/>
          <a:stretch>
            <a:fillRect/>
          </a:stretch>
        </p:blipFill>
        <p:spPr>
          <a:xfrm>
            <a:off x="5645725" y="2227062"/>
            <a:ext cx="1960898" cy="565226"/>
          </a:xfrm>
          <a:prstGeom prst="rect">
            <a:avLst/>
          </a:prstGeom>
        </p:spPr>
      </p:pic>
      <p:pic>
        <p:nvPicPr>
          <p:cNvPr id="17" name="圖片 16">
            <a:extLst>
              <a:ext uri="{FF2B5EF4-FFF2-40B4-BE49-F238E27FC236}">
                <a16:creationId xmlns:a16="http://schemas.microsoft.com/office/drawing/2014/main" id="{3CDEE280-7E8D-DAFF-5E43-047415864769}"/>
              </a:ext>
            </a:extLst>
          </p:cNvPr>
          <p:cNvPicPr>
            <a:picLocks noChangeAspect="1"/>
          </p:cNvPicPr>
          <p:nvPr/>
        </p:nvPicPr>
        <p:blipFill>
          <a:blip r:embed="rId7"/>
          <a:stretch>
            <a:fillRect/>
          </a:stretch>
        </p:blipFill>
        <p:spPr>
          <a:xfrm>
            <a:off x="8256110" y="2652948"/>
            <a:ext cx="1499972" cy="1552104"/>
          </a:xfrm>
          <a:prstGeom prst="rect">
            <a:avLst/>
          </a:prstGeom>
        </p:spPr>
      </p:pic>
      <p:pic>
        <p:nvPicPr>
          <p:cNvPr id="19" name="圖片 18">
            <a:extLst>
              <a:ext uri="{FF2B5EF4-FFF2-40B4-BE49-F238E27FC236}">
                <a16:creationId xmlns:a16="http://schemas.microsoft.com/office/drawing/2014/main" id="{03E12495-5FFF-FDAA-BC03-6E753B8F91B1}"/>
              </a:ext>
            </a:extLst>
          </p:cNvPr>
          <p:cNvPicPr>
            <a:picLocks noChangeAspect="1"/>
          </p:cNvPicPr>
          <p:nvPr/>
        </p:nvPicPr>
        <p:blipFill>
          <a:blip r:embed="rId8"/>
          <a:stretch>
            <a:fillRect/>
          </a:stretch>
        </p:blipFill>
        <p:spPr>
          <a:xfrm>
            <a:off x="5640639" y="4038005"/>
            <a:ext cx="1971070" cy="932973"/>
          </a:xfrm>
          <a:prstGeom prst="rect">
            <a:avLst/>
          </a:prstGeom>
        </p:spPr>
      </p:pic>
      <p:pic>
        <p:nvPicPr>
          <p:cNvPr id="21" name="圖片 20">
            <a:extLst>
              <a:ext uri="{FF2B5EF4-FFF2-40B4-BE49-F238E27FC236}">
                <a16:creationId xmlns:a16="http://schemas.microsoft.com/office/drawing/2014/main" id="{57846DF3-7276-1117-7E93-74F25D05D1DD}"/>
              </a:ext>
            </a:extLst>
          </p:cNvPr>
          <p:cNvPicPr>
            <a:picLocks noChangeAspect="1"/>
          </p:cNvPicPr>
          <p:nvPr/>
        </p:nvPicPr>
        <p:blipFill>
          <a:blip r:embed="rId9"/>
          <a:stretch>
            <a:fillRect/>
          </a:stretch>
        </p:blipFill>
        <p:spPr>
          <a:xfrm>
            <a:off x="5640639" y="5281648"/>
            <a:ext cx="1859288" cy="1103280"/>
          </a:xfrm>
          <a:prstGeom prst="rect">
            <a:avLst/>
          </a:prstGeom>
        </p:spPr>
      </p:pic>
    </p:spTree>
    <p:extLst>
      <p:ext uri="{BB962C8B-B14F-4D97-AF65-F5344CB8AC3E}">
        <p14:creationId xmlns:p14="http://schemas.microsoft.com/office/powerpoint/2010/main" val="2954499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16E4B-7088-3A7E-93A2-1665CF40FC3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5F881D2B-925C-9843-7D73-F83B537A567B}"/>
              </a:ext>
            </a:extLst>
          </p:cNvPr>
          <p:cNvSpPr>
            <a:spLocks noGrp="1"/>
          </p:cNvSpPr>
          <p:nvPr>
            <p:ph type="title"/>
          </p:nvPr>
        </p:nvSpPr>
        <p:spPr>
          <a:xfrm>
            <a:off x="806782" y="392328"/>
            <a:ext cx="8292433" cy="686196"/>
          </a:xfrm>
        </p:spPr>
        <p:txBody>
          <a:bodyPr>
            <a:normAutofit/>
          </a:bodyPr>
          <a:lstStyle/>
          <a:p>
            <a:r>
              <a:rPr lang="zh-TW" altLang="en-US" dirty="0"/>
              <a:t>功能範圍確認</a:t>
            </a:r>
          </a:p>
        </p:txBody>
      </p:sp>
      <p:sp>
        <p:nvSpPr>
          <p:cNvPr id="4" name="投影片編號版面配置區 3">
            <a:extLst>
              <a:ext uri="{FF2B5EF4-FFF2-40B4-BE49-F238E27FC236}">
                <a16:creationId xmlns:a16="http://schemas.microsoft.com/office/drawing/2014/main" id="{0F0B145F-34F3-333A-DDD8-5BC2B80BC74E}"/>
              </a:ext>
            </a:extLst>
          </p:cNvPr>
          <p:cNvSpPr>
            <a:spLocks noGrp="1"/>
          </p:cNvSpPr>
          <p:nvPr>
            <p:ph type="sldNum" sz="quarter" idx="4"/>
          </p:nvPr>
        </p:nvSpPr>
        <p:spPr/>
        <p:txBody>
          <a:bodyPr/>
          <a:lstStyle/>
          <a:p>
            <a:fld id="{60BF0995-13CC-46C9-9B56-390823875C0A}" type="slidenum">
              <a:rPr lang="zh-TW" altLang="en-US" smtClean="0"/>
              <a:pPr/>
              <a:t>9</a:t>
            </a:fld>
            <a:endParaRPr lang="zh-TW" altLang="en-US"/>
          </a:p>
        </p:txBody>
      </p:sp>
      <p:sp>
        <p:nvSpPr>
          <p:cNvPr id="5" name="內容版面配置區 1">
            <a:extLst>
              <a:ext uri="{FF2B5EF4-FFF2-40B4-BE49-F238E27FC236}">
                <a16:creationId xmlns:a16="http://schemas.microsoft.com/office/drawing/2014/main" id="{A24D0122-59C8-251B-E057-1CAF219B721B}"/>
              </a:ext>
            </a:extLst>
          </p:cNvPr>
          <p:cNvSpPr>
            <a:spLocks noGrp="1"/>
          </p:cNvSpPr>
          <p:nvPr>
            <p:ph idx="1"/>
          </p:nvPr>
        </p:nvSpPr>
        <p:spPr>
          <a:xfrm>
            <a:off x="886692" y="1415306"/>
            <a:ext cx="8212523" cy="5133276"/>
          </a:xfrm>
        </p:spPr>
        <p:txBody>
          <a:bodyPr>
            <a:normAutofit/>
          </a:bodyPr>
          <a:lstStyle/>
          <a:p>
            <a:r>
              <a:rPr lang="en-US" altLang="zh-TW" dirty="0"/>
              <a:t>Intra</a:t>
            </a:r>
            <a:r>
              <a:rPr lang="zh-TW" altLang="en-US" dirty="0"/>
              <a:t>的功能</a:t>
            </a:r>
            <a:endParaRPr lang="en-US" altLang="zh-TW" dirty="0"/>
          </a:p>
          <a:p>
            <a:pPr marL="301625" lvl="1" indent="0">
              <a:buNone/>
            </a:pPr>
            <a:endParaRPr lang="en-US" altLang="zh-TW" sz="1500" kern="2600" dirty="0">
              <a:cs typeface="Times New Roman" panose="02020603050405020304" pitchFamily="18" charset="0"/>
            </a:endParaRPr>
          </a:p>
          <a:p>
            <a:pPr marL="301625" lvl="1" indent="0">
              <a:buNone/>
            </a:pPr>
            <a:endParaRPr lang="en-US" altLang="zh-TW" sz="1500" kern="2600" dirty="0">
              <a:effectLst/>
              <a:cs typeface="Times New Roman" panose="02020603050405020304" pitchFamily="18" charset="0"/>
            </a:endParaRPr>
          </a:p>
          <a:p>
            <a:pPr marL="301625" lvl="1" indent="0">
              <a:buNone/>
            </a:pPr>
            <a:endParaRPr lang="en-US" altLang="zh-TW" sz="1500" kern="2600" dirty="0">
              <a:effectLst/>
              <a:cs typeface="Times New Roman" panose="02020603050405020304" pitchFamily="18" charset="0"/>
            </a:endParaRPr>
          </a:p>
          <a:p>
            <a:pPr marL="301625" lvl="1" indent="0">
              <a:buNone/>
            </a:pPr>
            <a:endParaRPr lang="en-US" altLang="zh-TW" sz="1500" kern="2600" dirty="0">
              <a:effectLst/>
              <a:cs typeface="Times New Roman" panose="02020603050405020304" pitchFamily="18" charset="0"/>
            </a:endParaRPr>
          </a:p>
          <a:p>
            <a:pPr marL="301625" lvl="1" indent="0">
              <a:buNone/>
            </a:pPr>
            <a:endParaRPr lang="en-US" altLang="zh-TW" sz="1400" kern="2600" dirty="0">
              <a:cs typeface="Times New Roman" panose="02020603050405020304" pitchFamily="18" charset="0"/>
            </a:endParaRPr>
          </a:p>
        </p:txBody>
      </p:sp>
      <p:graphicFrame>
        <p:nvGraphicFramePr>
          <p:cNvPr id="3" name="表格 2">
            <a:extLst>
              <a:ext uri="{FF2B5EF4-FFF2-40B4-BE49-F238E27FC236}">
                <a16:creationId xmlns:a16="http://schemas.microsoft.com/office/drawing/2014/main" id="{A0C80960-436E-8100-D907-D861D7AD3653}"/>
              </a:ext>
            </a:extLst>
          </p:cNvPr>
          <p:cNvGraphicFramePr>
            <a:graphicFrameLocks noGrp="1"/>
          </p:cNvGraphicFramePr>
          <p:nvPr>
            <p:extLst>
              <p:ext uri="{D42A27DB-BD31-4B8C-83A1-F6EECF244321}">
                <p14:modId xmlns:p14="http://schemas.microsoft.com/office/powerpoint/2010/main" val="1756770763"/>
              </p:ext>
            </p:extLst>
          </p:nvPr>
        </p:nvGraphicFramePr>
        <p:xfrm>
          <a:off x="1263072" y="1945640"/>
          <a:ext cx="6604000" cy="3337560"/>
        </p:xfrm>
        <a:graphic>
          <a:graphicData uri="http://schemas.openxmlformats.org/drawingml/2006/table">
            <a:tbl>
              <a:tblPr firstRow="1" bandRow="1">
                <a:tableStyleId>{5C22544A-7EE6-4342-B048-85BDC9FD1C3A}</a:tableStyleId>
              </a:tblPr>
              <a:tblGrid>
                <a:gridCol w="3186654">
                  <a:extLst>
                    <a:ext uri="{9D8B030D-6E8A-4147-A177-3AD203B41FA5}">
                      <a16:colId xmlns:a16="http://schemas.microsoft.com/office/drawing/2014/main" val="3910285220"/>
                    </a:ext>
                  </a:extLst>
                </a:gridCol>
                <a:gridCol w="3417346">
                  <a:extLst>
                    <a:ext uri="{9D8B030D-6E8A-4147-A177-3AD203B41FA5}">
                      <a16:colId xmlns:a16="http://schemas.microsoft.com/office/drawing/2014/main" val="1364782458"/>
                    </a:ext>
                  </a:extLst>
                </a:gridCol>
              </a:tblGrid>
              <a:tr h="370840">
                <a:tc>
                  <a:txBody>
                    <a:bodyPr/>
                    <a:lstStyle/>
                    <a:p>
                      <a:pPr algn="ctr"/>
                      <a:r>
                        <a:rPr lang="zh-TW" altLang="en-US" dirty="0"/>
                        <a:t>功能模組</a:t>
                      </a:r>
                    </a:p>
                  </a:txBody>
                  <a:tcPr/>
                </a:tc>
                <a:tc>
                  <a:txBody>
                    <a:bodyPr/>
                    <a:lstStyle/>
                    <a:p>
                      <a:pPr algn="ctr"/>
                      <a:r>
                        <a:rPr lang="zh-TW" altLang="en-US" dirty="0"/>
                        <a:t>開發數量</a:t>
                      </a:r>
                    </a:p>
                  </a:txBody>
                  <a:tcPr/>
                </a:tc>
                <a:extLst>
                  <a:ext uri="{0D108BD9-81ED-4DB2-BD59-A6C34878D82A}">
                    <a16:rowId xmlns:a16="http://schemas.microsoft.com/office/drawing/2014/main" val="4249103596"/>
                  </a:ext>
                </a:extLst>
              </a:tr>
              <a:tr h="370840">
                <a:tc>
                  <a:txBody>
                    <a:bodyPr/>
                    <a:lstStyle/>
                    <a:p>
                      <a:r>
                        <a:rPr lang="zh-TW" altLang="en-US" sz="1200" dirty="0"/>
                        <a:t>特約醫事機構申請作業</a:t>
                      </a:r>
                      <a:r>
                        <a:rPr lang="en-US" altLang="zh-TW" sz="1200" dirty="0"/>
                        <a:t>(HMAI0)</a:t>
                      </a:r>
                      <a:endParaRPr lang="zh-TW" altLang="en-US" sz="1200" dirty="0"/>
                    </a:p>
                  </a:txBody>
                  <a:tcPr/>
                </a:tc>
                <a:tc>
                  <a:txBody>
                    <a:bodyPr/>
                    <a:lstStyle/>
                    <a:p>
                      <a:r>
                        <a:rPr lang="en-US" altLang="zh-TW" sz="1200" dirty="0"/>
                        <a:t>2</a:t>
                      </a:r>
                      <a:endParaRPr lang="zh-TW" altLang="en-US" sz="1200" dirty="0"/>
                    </a:p>
                  </a:txBody>
                  <a:tcPr/>
                </a:tc>
                <a:extLst>
                  <a:ext uri="{0D108BD9-81ED-4DB2-BD59-A6C34878D82A}">
                    <a16:rowId xmlns:a16="http://schemas.microsoft.com/office/drawing/2014/main" val="386110915"/>
                  </a:ext>
                </a:extLst>
              </a:tr>
              <a:tr h="370840">
                <a:tc>
                  <a:txBody>
                    <a:bodyPr/>
                    <a:lstStyle/>
                    <a:p>
                      <a:r>
                        <a:rPr lang="zh-TW" altLang="en-US" sz="1200" dirty="0"/>
                        <a:t>特約醫事機構建檔作業</a:t>
                      </a:r>
                      <a:r>
                        <a:rPr lang="en-US" altLang="zh-TW" sz="1200" dirty="0"/>
                        <a:t>(HMAI1)</a:t>
                      </a:r>
                      <a:endParaRPr lang="zh-TW" altLang="en-US" sz="1200" dirty="0"/>
                    </a:p>
                  </a:txBody>
                  <a:tcPr/>
                </a:tc>
                <a:tc>
                  <a:txBody>
                    <a:bodyPr/>
                    <a:lstStyle/>
                    <a:p>
                      <a:r>
                        <a:rPr lang="en-US" altLang="zh-TW" sz="1200" dirty="0"/>
                        <a:t>42</a:t>
                      </a:r>
                      <a:endParaRPr lang="zh-TW" altLang="en-US" sz="1200" dirty="0"/>
                    </a:p>
                  </a:txBody>
                  <a:tcPr/>
                </a:tc>
                <a:extLst>
                  <a:ext uri="{0D108BD9-81ED-4DB2-BD59-A6C34878D82A}">
                    <a16:rowId xmlns:a16="http://schemas.microsoft.com/office/drawing/2014/main" val="4096641262"/>
                  </a:ext>
                </a:extLst>
              </a:tr>
              <a:tr h="370840">
                <a:tc>
                  <a:txBody>
                    <a:bodyPr/>
                    <a:lstStyle/>
                    <a:p>
                      <a:r>
                        <a:rPr lang="zh-TW" altLang="en-US" sz="1200" dirty="0"/>
                        <a:t>醫事機構管理作業</a:t>
                      </a:r>
                      <a:r>
                        <a:rPr lang="en-US" altLang="zh-TW" sz="1200" dirty="0"/>
                        <a:t>(HMAI2)</a:t>
                      </a:r>
                      <a:endParaRPr lang="zh-TW" altLang="en-US" sz="1200" dirty="0"/>
                    </a:p>
                  </a:txBody>
                  <a:tcPr/>
                </a:tc>
                <a:tc>
                  <a:txBody>
                    <a:bodyPr/>
                    <a:lstStyle/>
                    <a:p>
                      <a:r>
                        <a:rPr lang="en-US" altLang="zh-TW" sz="1200" dirty="0"/>
                        <a:t>116</a:t>
                      </a:r>
                      <a:endParaRPr lang="zh-TW" altLang="en-US" sz="1200" dirty="0"/>
                    </a:p>
                  </a:txBody>
                  <a:tcPr/>
                </a:tc>
                <a:extLst>
                  <a:ext uri="{0D108BD9-81ED-4DB2-BD59-A6C34878D82A}">
                    <a16:rowId xmlns:a16="http://schemas.microsoft.com/office/drawing/2014/main" val="3558889197"/>
                  </a:ext>
                </a:extLst>
              </a:tr>
              <a:tr h="370840">
                <a:tc>
                  <a:txBody>
                    <a:bodyPr/>
                    <a:lstStyle/>
                    <a:p>
                      <a:r>
                        <a:rPr lang="zh-TW" altLang="en-US" sz="1200" dirty="0"/>
                        <a:t>特約醫事機構代碼作業</a:t>
                      </a:r>
                      <a:r>
                        <a:rPr lang="en-US" altLang="zh-TW" sz="1200" dirty="0"/>
                        <a:t>(HMAI4)</a:t>
                      </a:r>
                      <a:endParaRPr lang="zh-TW" altLang="en-US" sz="1200" dirty="0"/>
                    </a:p>
                  </a:txBody>
                  <a:tcPr/>
                </a:tc>
                <a:tc>
                  <a:txBody>
                    <a:bodyPr/>
                    <a:lstStyle/>
                    <a:p>
                      <a:r>
                        <a:rPr lang="en-US" altLang="zh-TW" sz="1200" dirty="0"/>
                        <a:t>6</a:t>
                      </a:r>
                      <a:endParaRPr lang="zh-TW" altLang="en-US" sz="1200" dirty="0"/>
                    </a:p>
                  </a:txBody>
                  <a:tcPr/>
                </a:tc>
                <a:extLst>
                  <a:ext uri="{0D108BD9-81ED-4DB2-BD59-A6C34878D82A}">
                    <a16:rowId xmlns:a16="http://schemas.microsoft.com/office/drawing/2014/main" val="2013885171"/>
                  </a:ext>
                </a:extLst>
              </a:tr>
              <a:tr h="370840">
                <a:tc>
                  <a:txBody>
                    <a:bodyPr/>
                    <a:lstStyle/>
                    <a:p>
                      <a:r>
                        <a:rPr lang="zh-TW" altLang="en-US" sz="1200" dirty="0"/>
                        <a:t>特約醫事機構查詢作業</a:t>
                      </a:r>
                      <a:r>
                        <a:rPr lang="en-US" altLang="zh-TW" sz="1200" dirty="0"/>
                        <a:t>(HMAI6)</a:t>
                      </a:r>
                      <a:endParaRPr lang="zh-TW" altLang="en-US" sz="1200" dirty="0"/>
                    </a:p>
                  </a:txBody>
                  <a:tcPr/>
                </a:tc>
                <a:tc>
                  <a:txBody>
                    <a:bodyPr/>
                    <a:lstStyle/>
                    <a:p>
                      <a:r>
                        <a:rPr lang="en-US" altLang="zh-TW" sz="1200" dirty="0"/>
                        <a:t>31</a:t>
                      </a:r>
                      <a:endParaRPr lang="zh-TW" altLang="en-US" sz="1200" dirty="0"/>
                    </a:p>
                  </a:txBody>
                  <a:tcPr/>
                </a:tc>
                <a:extLst>
                  <a:ext uri="{0D108BD9-81ED-4DB2-BD59-A6C34878D82A}">
                    <a16:rowId xmlns:a16="http://schemas.microsoft.com/office/drawing/2014/main" val="667480642"/>
                  </a:ext>
                </a:extLst>
              </a:tr>
              <a:tr h="370840">
                <a:tc>
                  <a:txBody>
                    <a:bodyPr/>
                    <a:lstStyle/>
                    <a:p>
                      <a:r>
                        <a:rPr lang="zh-TW" altLang="en-US" sz="1200" dirty="0"/>
                        <a:t>醫事人員查詢作業</a:t>
                      </a:r>
                      <a:r>
                        <a:rPr lang="en-US" altLang="zh-TW" sz="1200" dirty="0"/>
                        <a:t>(HMAI7)</a:t>
                      </a:r>
                      <a:endParaRPr lang="zh-TW" altLang="en-US" sz="1200" dirty="0"/>
                    </a:p>
                  </a:txBody>
                  <a:tcPr/>
                </a:tc>
                <a:tc>
                  <a:txBody>
                    <a:bodyPr/>
                    <a:lstStyle/>
                    <a:p>
                      <a:r>
                        <a:rPr lang="en-US" altLang="zh-TW" sz="1200" dirty="0"/>
                        <a:t>10</a:t>
                      </a:r>
                      <a:endParaRPr lang="zh-TW" altLang="en-US" sz="1200" dirty="0"/>
                    </a:p>
                  </a:txBody>
                  <a:tcPr/>
                </a:tc>
                <a:extLst>
                  <a:ext uri="{0D108BD9-81ED-4DB2-BD59-A6C34878D82A}">
                    <a16:rowId xmlns:a16="http://schemas.microsoft.com/office/drawing/2014/main" val="3616219977"/>
                  </a:ext>
                </a:extLst>
              </a:tr>
              <a:tr h="370840">
                <a:tc>
                  <a:txBody>
                    <a:bodyPr/>
                    <a:lstStyle/>
                    <a:p>
                      <a:r>
                        <a:rPr lang="zh-TW" altLang="en-US" sz="1200" dirty="0"/>
                        <a:t>特約醫事管理批次作業</a:t>
                      </a:r>
                      <a:r>
                        <a:rPr lang="en-US" altLang="zh-TW" sz="1200" dirty="0"/>
                        <a:t>(HMAI8)</a:t>
                      </a:r>
                      <a:endParaRPr lang="zh-TW" altLang="en-US" sz="1200" dirty="0"/>
                    </a:p>
                  </a:txBody>
                  <a:tcPr/>
                </a:tc>
                <a:tc>
                  <a:txBody>
                    <a:bodyPr/>
                    <a:lstStyle/>
                    <a:p>
                      <a:r>
                        <a:rPr lang="en-US" altLang="zh-TW" sz="1200" dirty="0"/>
                        <a:t>17</a:t>
                      </a:r>
                      <a:endParaRPr lang="zh-TW" altLang="en-US" sz="1200" dirty="0"/>
                    </a:p>
                  </a:txBody>
                  <a:tcPr/>
                </a:tc>
                <a:extLst>
                  <a:ext uri="{0D108BD9-81ED-4DB2-BD59-A6C34878D82A}">
                    <a16:rowId xmlns:a16="http://schemas.microsoft.com/office/drawing/2014/main" val="1417028776"/>
                  </a:ext>
                </a:extLst>
              </a:tr>
              <a:tr h="370840">
                <a:tc>
                  <a:txBody>
                    <a:bodyPr/>
                    <a:lstStyle/>
                    <a:p>
                      <a:pPr algn="r"/>
                      <a:r>
                        <a:rPr lang="zh-TW" altLang="en-US" sz="1200" dirty="0"/>
                        <a:t>小計</a:t>
                      </a:r>
                    </a:p>
                  </a:txBody>
                  <a:tcPr/>
                </a:tc>
                <a:tc>
                  <a:txBody>
                    <a:bodyPr/>
                    <a:lstStyle/>
                    <a:p>
                      <a:r>
                        <a:rPr lang="en-US" altLang="zh-TW" sz="1200" dirty="0"/>
                        <a:t>224</a:t>
                      </a:r>
                      <a:endParaRPr lang="zh-TW" altLang="en-US" sz="1200" dirty="0"/>
                    </a:p>
                  </a:txBody>
                  <a:tcPr/>
                </a:tc>
                <a:extLst>
                  <a:ext uri="{0D108BD9-81ED-4DB2-BD59-A6C34878D82A}">
                    <a16:rowId xmlns:a16="http://schemas.microsoft.com/office/drawing/2014/main" val="2769278396"/>
                  </a:ext>
                </a:extLst>
              </a:tr>
            </a:tbl>
          </a:graphicData>
        </a:graphic>
      </p:graphicFrame>
      <p:sp>
        <p:nvSpPr>
          <p:cNvPr id="6" name="內容版面配置區 1">
            <a:extLst>
              <a:ext uri="{FF2B5EF4-FFF2-40B4-BE49-F238E27FC236}">
                <a16:creationId xmlns:a16="http://schemas.microsoft.com/office/drawing/2014/main" id="{3F0B98D0-97CF-0493-6ACB-B9D1315AD05D}"/>
              </a:ext>
            </a:extLst>
          </p:cNvPr>
          <p:cNvSpPr txBox="1">
            <a:spLocks/>
          </p:cNvSpPr>
          <p:nvPr/>
        </p:nvSpPr>
        <p:spPr>
          <a:xfrm>
            <a:off x="1263072" y="5375564"/>
            <a:ext cx="6604000" cy="1016000"/>
          </a:xfrm>
          <a:prstGeom prst="rect">
            <a:avLst/>
          </a:prstGeom>
        </p:spPr>
        <p:txBody>
          <a:bodyPr vert="horz" lIns="91440" tIns="45720" rIns="91440" bIns="45720" rtlCol="0">
            <a:normAutofit/>
          </a:bodyPr>
          <a:lstStyle>
            <a:lvl1pPr marL="271463" indent="-271463" algn="l" defTabSz="603647" rtl="0" eaLnBrk="1" latinLnBrk="0" hangingPunct="1">
              <a:lnSpc>
                <a:spcPct val="100000"/>
              </a:lnSpc>
              <a:spcBef>
                <a:spcPts val="600"/>
              </a:spcBef>
              <a:buClr>
                <a:srgbClr val="1E4660"/>
              </a:buClr>
              <a:buSzPct val="100000"/>
              <a:buFont typeface="Wingdings" panose="05000000000000000000" pitchFamily="2" charset="2"/>
              <a:buChar char="l"/>
              <a:defRPr sz="2800" kern="1200">
                <a:solidFill>
                  <a:schemeClr val="tx1"/>
                </a:solidFill>
                <a:latin typeface="微軟正黑體" panose="020B0604030504040204" pitchFamily="34" charset="-120"/>
                <a:ea typeface="微軟正黑體" panose="020B0604030504040204" pitchFamily="34" charset="-120"/>
                <a:cs typeface="+mn-cs"/>
              </a:defRPr>
            </a:lvl1pPr>
            <a:lvl2pPr marL="533400" indent="-231775" algn="l" defTabSz="603647" rtl="0" eaLnBrk="1" latinLnBrk="0" hangingPunct="1">
              <a:lnSpc>
                <a:spcPct val="100000"/>
              </a:lnSpc>
              <a:spcBef>
                <a:spcPts val="600"/>
              </a:spcBef>
              <a:buClr>
                <a:srgbClr val="1E4660"/>
              </a:buClr>
              <a:buSzPct val="100000"/>
              <a:buFont typeface="Arial" panose="020B0604020202020204" pitchFamily="34" charset="0"/>
              <a:buChar char="–"/>
              <a:defRPr sz="2400" kern="1200">
                <a:solidFill>
                  <a:schemeClr val="tx1"/>
                </a:solidFill>
                <a:latin typeface="微軟正黑體" panose="020B0604030504040204" pitchFamily="34" charset="-120"/>
                <a:ea typeface="微軟正黑體" panose="020B0604030504040204" pitchFamily="34" charset="-120"/>
                <a:cs typeface="+mn-cs"/>
              </a:defRPr>
            </a:lvl2pPr>
            <a:lvl3pPr marL="804863" indent="-201613" algn="l" defTabSz="603647" rtl="0" eaLnBrk="1" latinLnBrk="0" hangingPunct="1">
              <a:lnSpc>
                <a:spcPct val="100000"/>
              </a:lnSpc>
              <a:spcBef>
                <a:spcPts val="600"/>
              </a:spcBef>
              <a:buClr>
                <a:srgbClr val="1E4660"/>
              </a:buClr>
              <a:buSzPct val="100000"/>
              <a:buFont typeface="Wingdings" panose="05000000000000000000" pitchFamily="2" charset="2"/>
              <a:buChar char="n"/>
              <a:defRPr sz="2000" kern="1200">
                <a:solidFill>
                  <a:schemeClr val="tx1"/>
                </a:solidFill>
                <a:latin typeface="微軟正黑體" panose="020B0604030504040204" pitchFamily="34" charset="-120"/>
                <a:ea typeface="微軟正黑體" panose="020B0604030504040204" pitchFamily="34" charset="-120"/>
                <a:cs typeface="+mn-cs"/>
              </a:defRPr>
            </a:lvl3pPr>
            <a:lvl4pPr marL="1077913" indent="-173038" algn="l" defTabSz="603647" rtl="0" eaLnBrk="1" latinLnBrk="0" hangingPunct="1">
              <a:lnSpc>
                <a:spcPct val="100000"/>
              </a:lnSpc>
              <a:spcBef>
                <a:spcPts val="600"/>
              </a:spcBef>
              <a:buClr>
                <a:srgbClr val="1E4660"/>
              </a:buClr>
              <a:buSzPct val="100000"/>
              <a:buFont typeface="Wingdings" panose="05000000000000000000" pitchFamily="2" charset="2"/>
              <a:buChar char="u"/>
              <a:defRPr sz="1800" kern="1200">
                <a:solidFill>
                  <a:schemeClr val="tx1"/>
                </a:solidFill>
                <a:latin typeface="微軟正黑體" panose="020B0604030504040204" pitchFamily="34" charset="-120"/>
                <a:ea typeface="微軟正黑體" panose="020B0604030504040204" pitchFamily="34" charset="-120"/>
                <a:cs typeface="+mn-cs"/>
              </a:defRPr>
            </a:lvl4pPr>
            <a:lvl5pPr marL="1436688" indent="-230188" algn="l" defTabSz="603647" rtl="0" eaLnBrk="1" latinLnBrk="0" hangingPunct="1">
              <a:lnSpc>
                <a:spcPct val="100000"/>
              </a:lnSpc>
              <a:spcBef>
                <a:spcPts val="600"/>
              </a:spcBef>
              <a:buClr>
                <a:srgbClr val="1E4660"/>
              </a:buClr>
              <a:buSzPct val="100000"/>
              <a:buFont typeface="Wingdings" panose="05000000000000000000" pitchFamily="2" charset="2"/>
              <a:buChar char="p"/>
              <a:defRPr sz="1800" kern="1200">
                <a:solidFill>
                  <a:schemeClr val="tx1"/>
                </a:solidFill>
                <a:latin typeface="微軟正黑體" panose="020B0604030504040204" pitchFamily="34" charset="-120"/>
                <a:ea typeface="微軟正黑體" panose="020B0604030504040204" pitchFamily="34" charset="-120"/>
                <a:cs typeface="+mn-cs"/>
              </a:defRPr>
            </a:lvl5pPr>
            <a:lvl6pPr marL="1660029"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6pPr>
            <a:lvl7pPr marL="1961853"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7pPr>
            <a:lvl8pPr marL="2263676"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8pPr>
            <a:lvl9pPr marL="2565500"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9pPr>
          </a:lstStyle>
          <a:p>
            <a:pPr marL="39688" indent="0">
              <a:buNone/>
            </a:pPr>
            <a:r>
              <a:rPr lang="zh-TW" altLang="en-US" sz="1800" kern="2600" dirty="0">
                <a:cs typeface="Times New Roman" panose="02020603050405020304" pitchFamily="18" charset="0"/>
              </a:rPr>
              <a:t>目前是依據二代的需求規格進行設計與開發，因為此階段的作業功能比較多因此建議：由署方主動提出欲擴充或修改需求的功能，再由廠商擬定規劃需求討論的會議時間與進行</a:t>
            </a:r>
            <a:r>
              <a:rPr lang="zh-TW" altLang="zh-TW" sz="1800" kern="2600" dirty="0">
                <a:cs typeface="Times New Roman" panose="02020603050405020304" pitchFamily="18" charset="0"/>
              </a:rPr>
              <a:t>。</a:t>
            </a:r>
            <a:endParaRPr lang="en-US" altLang="zh-TW" sz="1800" kern="2600" dirty="0">
              <a:cs typeface="Times New Roman" panose="02020603050405020304" pitchFamily="18" charset="0"/>
            </a:endParaRPr>
          </a:p>
        </p:txBody>
      </p:sp>
    </p:spTree>
    <p:extLst>
      <p:ext uri="{BB962C8B-B14F-4D97-AF65-F5344CB8AC3E}">
        <p14:creationId xmlns:p14="http://schemas.microsoft.com/office/powerpoint/2010/main" val="3057229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378E0-401B-E828-65F6-F4BC361C70B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356B803-D202-7105-A95F-B9752A5E0311}"/>
              </a:ext>
            </a:extLst>
          </p:cNvPr>
          <p:cNvSpPr>
            <a:spLocks noGrp="1"/>
          </p:cNvSpPr>
          <p:nvPr>
            <p:ph type="title"/>
          </p:nvPr>
        </p:nvSpPr>
        <p:spPr>
          <a:xfrm>
            <a:off x="806782" y="392328"/>
            <a:ext cx="8292433" cy="686196"/>
          </a:xfrm>
        </p:spPr>
        <p:txBody>
          <a:bodyPr>
            <a:normAutofit/>
          </a:bodyPr>
          <a:lstStyle/>
          <a:p>
            <a:r>
              <a:rPr lang="zh-TW" altLang="en-US" dirty="0"/>
              <a:t>功能範圍確認</a:t>
            </a:r>
          </a:p>
        </p:txBody>
      </p:sp>
      <p:sp>
        <p:nvSpPr>
          <p:cNvPr id="4" name="投影片編號版面配置區 3">
            <a:extLst>
              <a:ext uri="{FF2B5EF4-FFF2-40B4-BE49-F238E27FC236}">
                <a16:creationId xmlns:a16="http://schemas.microsoft.com/office/drawing/2014/main" id="{EE393D52-0388-4D8B-4B01-C63C5376F6D7}"/>
              </a:ext>
            </a:extLst>
          </p:cNvPr>
          <p:cNvSpPr>
            <a:spLocks noGrp="1"/>
          </p:cNvSpPr>
          <p:nvPr>
            <p:ph type="sldNum" sz="quarter" idx="4"/>
          </p:nvPr>
        </p:nvSpPr>
        <p:spPr/>
        <p:txBody>
          <a:bodyPr/>
          <a:lstStyle/>
          <a:p>
            <a:fld id="{60BF0995-13CC-46C9-9B56-390823875C0A}" type="slidenum">
              <a:rPr lang="zh-TW" altLang="en-US" smtClean="0"/>
              <a:pPr/>
              <a:t>10</a:t>
            </a:fld>
            <a:endParaRPr lang="zh-TW" altLang="en-US"/>
          </a:p>
        </p:txBody>
      </p:sp>
      <p:sp>
        <p:nvSpPr>
          <p:cNvPr id="5" name="內容版面配置區 1">
            <a:extLst>
              <a:ext uri="{FF2B5EF4-FFF2-40B4-BE49-F238E27FC236}">
                <a16:creationId xmlns:a16="http://schemas.microsoft.com/office/drawing/2014/main" id="{E4DF29C6-71CD-7C6B-3D23-475516AF7C83}"/>
              </a:ext>
            </a:extLst>
          </p:cNvPr>
          <p:cNvSpPr>
            <a:spLocks noGrp="1"/>
          </p:cNvSpPr>
          <p:nvPr>
            <p:ph idx="1"/>
          </p:nvPr>
        </p:nvSpPr>
        <p:spPr>
          <a:xfrm>
            <a:off x="886692" y="1415306"/>
            <a:ext cx="7965380" cy="4489513"/>
          </a:xfrm>
        </p:spPr>
        <p:txBody>
          <a:bodyPr>
            <a:normAutofit/>
          </a:bodyPr>
          <a:lstStyle/>
          <a:p>
            <a:r>
              <a:rPr lang="zh-TW" altLang="en-US" dirty="0"/>
              <a:t>爬網</a:t>
            </a:r>
            <a:r>
              <a:rPr lang="en-US" altLang="zh-TW" dirty="0"/>
              <a:t>(</a:t>
            </a:r>
            <a:r>
              <a:rPr lang="zh-TW" altLang="en-US" dirty="0"/>
              <a:t>程式</a:t>
            </a:r>
            <a:r>
              <a:rPr lang="en-US" altLang="zh-TW" dirty="0"/>
              <a:t>)</a:t>
            </a:r>
            <a:r>
              <a:rPr lang="zh-TW" altLang="en-US" dirty="0"/>
              <a:t>的功能優化</a:t>
            </a:r>
            <a:endParaRPr lang="en-US" altLang="zh-TW" dirty="0"/>
          </a:p>
          <a:p>
            <a:pPr lvl="1"/>
            <a:r>
              <a:rPr lang="zh-TW" altLang="en-US" sz="1800" kern="2600" dirty="0">
                <a:cs typeface="Times New Roman" panose="02020603050405020304" pitchFamily="18" charset="0"/>
              </a:rPr>
              <a:t>目標：高品質的急救責任醫院急診待診、待床、待推床、待加護人數彙整與發送</a:t>
            </a:r>
            <a:r>
              <a:rPr lang="en-US" altLang="zh-TW" sz="1800" kern="2600" dirty="0">
                <a:cs typeface="Times New Roman" panose="02020603050405020304" pitchFamily="18" charset="0"/>
              </a:rPr>
              <a:t>mail</a:t>
            </a:r>
            <a:r>
              <a:rPr lang="zh-TW" altLang="zh-TW" sz="1800" kern="2600" dirty="0">
                <a:effectLst/>
                <a:cs typeface="Times New Roman" panose="02020603050405020304" pitchFamily="18" charset="0"/>
              </a:rPr>
              <a:t>。</a:t>
            </a:r>
            <a:endParaRPr lang="en-US" altLang="zh-TW" sz="1400" kern="2600" dirty="0">
              <a:effectLst/>
              <a:cs typeface="Times New Roman" panose="02020603050405020304" pitchFamily="18" charset="0"/>
            </a:endParaRPr>
          </a:p>
          <a:p>
            <a:pPr lvl="1"/>
            <a:r>
              <a:rPr lang="zh-TW" altLang="en-US" sz="1800" kern="2600" dirty="0">
                <a:effectLst/>
                <a:cs typeface="Times New Roman" panose="02020603050405020304" pitchFamily="18" charset="0"/>
              </a:rPr>
              <a:t>規劃方向</a:t>
            </a:r>
            <a:r>
              <a:rPr lang="zh-TW" altLang="en-US" sz="1800" kern="2600" dirty="0">
                <a:cs typeface="Times New Roman" panose="02020603050405020304" pitchFamily="18" charset="0"/>
              </a:rPr>
              <a:t>：</a:t>
            </a:r>
            <a:endParaRPr lang="en-US" altLang="zh-TW" sz="1800" kern="2600" dirty="0">
              <a:effectLst/>
              <a:cs typeface="Times New Roman" panose="02020603050405020304" pitchFamily="18" charset="0"/>
            </a:endParaRPr>
          </a:p>
          <a:p>
            <a:pPr lvl="2"/>
            <a:r>
              <a:rPr lang="zh-TW" altLang="en-US" sz="1400" kern="2600" dirty="0">
                <a:cs typeface="Times New Roman" panose="02020603050405020304" pitchFamily="18" charset="0"/>
              </a:rPr>
              <a:t>目前是用</a:t>
            </a:r>
            <a:r>
              <a:rPr lang="en-US" altLang="zh-TW" sz="1400" kern="2600" dirty="0">
                <a:cs typeface="Times New Roman" panose="02020603050405020304" pitchFamily="18" charset="0"/>
              </a:rPr>
              <a:t>VB</a:t>
            </a:r>
            <a:r>
              <a:rPr lang="zh-TW" altLang="en-US" sz="1400" kern="2600" dirty="0">
                <a:cs typeface="Times New Roman" panose="02020603050405020304" pitchFamily="18" charset="0"/>
              </a:rPr>
              <a:t>開發，是否改用</a:t>
            </a:r>
            <a:r>
              <a:rPr lang="en-US" altLang="zh-TW" sz="1400" kern="2600" dirty="0">
                <a:cs typeface="Times New Roman" panose="02020603050405020304" pitchFamily="18" charset="0"/>
              </a:rPr>
              <a:t>C#</a:t>
            </a:r>
            <a:r>
              <a:rPr lang="zh-TW" altLang="en-US" sz="1400" kern="2600" dirty="0">
                <a:cs typeface="Times New Roman" panose="02020603050405020304" pitchFamily="18" charset="0"/>
              </a:rPr>
              <a:t>開發撰寫或是使用三代醫療</a:t>
            </a:r>
            <a:r>
              <a:rPr lang="en-US" altLang="zh-TW" sz="1400" kern="2600" dirty="0">
                <a:cs typeface="Times New Roman" panose="02020603050405020304" pitchFamily="18" charset="0"/>
              </a:rPr>
              <a:t>API(INA</a:t>
            </a:r>
            <a:r>
              <a:rPr lang="zh-TW" altLang="en-US" sz="1400" kern="2600" dirty="0">
                <a:cs typeface="Times New Roman" panose="02020603050405020304" pitchFamily="18" charset="0"/>
              </a:rPr>
              <a:t>子系統</a:t>
            </a:r>
            <a:r>
              <a:rPr lang="en-US" altLang="zh-TW" sz="1400" kern="2600" dirty="0">
                <a:cs typeface="Times New Roman" panose="02020603050405020304" pitchFamily="18" charset="0"/>
              </a:rPr>
              <a:t>)</a:t>
            </a:r>
          </a:p>
          <a:p>
            <a:pPr lvl="2"/>
            <a:r>
              <a:rPr lang="zh-TW" altLang="en-US" sz="1400" kern="2600" dirty="0">
                <a:cs typeface="Times New Roman" panose="02020603050405020304" pitchFamily="18" charset="0"/>
              </a:rPr>
              <a:t>用</a:t>
            </a:r>
            <a:r>
              <a:rPr lang="en-US" altLang="zh-TW" sz="1400" kern="2600" dirty="0">
                <a:cs typeface="Times New Roman" panose="02020603050405020304" pitchFamily="18" charset="0"/>
              </a:rPr>
              <a:t>Json</a:t>
            </a:r>
            <a:r>
              <a:rPr lang="zh-TW" altLang="en-US" sz="1400" kern="2600" dirty="0">
                <a:cs typeface="Times New Roman" panose="02020603050405020304" pitchFamily="18" charset="0"/>
              </a:rPr>
              <a:t>檔案</a:t>
            </a:r>
            <a:r>
              <a:rPr lang="en-US" altLang="zh-TW" sz="1400" kern="2600" dirty="0">
                <a:cs typeface="Times New Roman" panose="02020603050405020304" pitchFamily="18" charset="0"/>
              </a:rPr>
              <a:t>(</a:t>
            </a:r>
            <a:r>
              <a:rPr lang="zh-TW" altLang="en-US" sz="1400" kern="2600" dirty="0">
                <a:cs typeface="Times New Roman" panose="02020603050405020304" pitchFamily="18" charset="0"/>
              </a:rPr>
              <a:t>如果有</a:t>
            </a:r>
            <a:r>
              <a:rPr lang="en-US" altLang="zh-TW" sz="1400" kern="2600" dirty="0">
                <a:cs typeface="Times New Roman" panose="02020603050405020304" pitchFamily="18" charset="0"/>
              </a:rPr>
              <a:t>1</a:t>
            </a:r>
            <a:r>
              <a:rPr lang="zh-TW" altLang="en-US" sz="1400" kern="2600" dirty="0">
                <a:cs typeface="Times New Roman" panose="02020603050405020304" pitchFamily="18" charset="0"/>
              </a:rPr>
              <a:t>筆異常仍須繼續處理</a:t>
            </a:r>
            <a:r>
              <a:rPr lang="en-US" altLang="zh-TW" sz="1400" kern="2600" dirty="0">
                <a:cs typeface="Times New Roman" panose="02020603050405020304" pitchFamily="18" charset="0"/>
              </a:rPr>
              <a:t>)</a:t>
            </a:r>
          </a:p>
          <a:p>
            <a:pPr lvl="2"/>
            <a:r>
              <a:rPr lang="zh-TW" altLang="en-US" sz="1400" kern="2600" dirty="0">
                <a:cs typeface="Times New Roman" panose="02020603050405020304" pitchFamily="18" charset="0"/>
              </a:rPr>
              <a:t>分區經辦或署本部醫管承辦人可以新增或修改中重度醫院資料及網址資料</a:t>
            </a:r>
            <a:r>
              <a:rPr lang="en-US" altLang="zh-TW" sz="1400" kern="2600" dirty="0">
                <a:cs typeface="Times New Roman" panose="02020603050405020304" pitchFamily="18" charset="0"/>
              </a:rPr>
              <a:t>(</a:t>
            </a:r>
            <a:r>
              <a:rPr lang="zh-TW" altLang="en-US" sz="1400" kern="2600" dirty="0">
                <a:cs typeface="Times New Roman" panose="02020603050405020304" pitchFamily="18" charset="0"/>
              </a:rPr>
              <a:t>例如：</a:t>
            </a:r>
            <a:r>
              <a:rPr lang="en-US" altLang="zh-TW" sz="1400" kern="2600" dirty="0">
                <a:cs typeface="Times New Roman" panose="02020603050405020304" pitchFamily="18" charset="0"/>
              </a:rPr>
              <a:t> ICM</a:t>
            </a:r>
            <a:r>
              <a:rPr lang="zh-TW" altLang="en-US" sz="1400" kern="2600" dirty="0">
                <a:cs typeface="Times New Roman" panose="02020603050405020304" pitchFamily="18" charset="0"/>
              </a:rPr>
              <a:t>代碼作業 、專屬網頁進行設定</a:t>
            </a:r>
            <a:r>
              <a:rPr lang="en-US" altLang="zh-TW" sz="1400" kern="2600" dirty="0">
                <a:cs typeface="Times New Roman" panose="02020603050405020304" pitchFamily="18" charset="0"/>
              </a:rPr>
              <a:t>)</a:t>
            </a:r>
          </a:p>
          <a:p>
            <a:pPr lvl="2"/>
            <a:r>
              <a:rPr lang="zh-TW" altLang="en-US" sz="1400" kern="2600" dirty="0">
                <a:cs typeface="Times New Roman" panose="02020603050405020304" pitchFamily="18" charset="0"/>
              </a:rPr>
              <a:t>分區經辦或署本部醫管承辦人可以新增或修改急救責任醫院急診待診</a:t>
            </a:r>
            <a:r>
              <a:rPr lang="en-US" altLang="zh-TW" sz="1400" kern="2600" dirty="0">
                <a:cs typeface="Times New Roman" panose="02020603050405020304" pitchFamily="18" charset="0"/>
              </a:rPr>
              <a:t>/</a:t>
            </a:r>
            <a:r>
              <a:rPr lang="zh-TW" altLang="en-US" sz="1400" kern="2600" dirty="0">
                <a:cs typeface="Times New Roman" panose="02020603050405020304" pitchFamily="18" charset="0"/>
              </a:rPr>
              <a:t>待床人數彙整</a:t>
            </a:r>
            <a:r>
              <a:rPr lang="en-US" altLang="zh-TW" sz="1400" kern="2600" dirty="0">
                <a:cs typeface="Times New Roman" panose="02020603050405020304" pitchFamily="18" charset="0"/>
              </a:rPr>
              <a:t>mail</a:t>
            </a:r>
            <a:r>
              <a:rPr lang="zh-TW" altLang="en-US" sz="1400" kern="2600" dirty="0">
                <a:cs typeface="Times New Roman" panose="02020603050405020304" pitchFamily="18" charset="0"/>
              </a:rPr>
              <a:t>的收件者</a:t>
            </a:r>
            <a:endParaRPr lang="en-US" altLang="zh-TW" sz="1400" kern="2600" dirty="0">
              <a:cs typeface="Times New Roman" panose="02020603050405020304" pitchFamily="18" charset="0"/>
            </a:endParaRPr>
          </a:p>
          <a:p>
            <a:pPr lvl="2"/>
            <a:r>
              <a:rPr lang="zh-TW" altLang="en-US" sz="1400" kern="2600" dirty="0">
                <a:cs typeface="Times New Roman" panose="02020603050405020304" pitchFamily="18" charset="0"/>
              </a:rPr>
              <a:t>急救責任醫院急診待診</a:t>
            </a:r>
            <a:r>
              <a:rPr lang="en-US" altLang="zh-TW" sz="1400" kern="2600" dirty="0">
                <a:cs typeface="Times New Roman" panose="02020603050405020304" pitchFamily="18" charset="0"/>
              </a:rPr>
              <a:t>/</a:t>
            </a:r>
            <a:r>
              <a:rPr lang="zh-TW" altLang="en-US" sz="1400" kern="2600" dirty="0">
                <a:cs typeface="Times New Roman" panose="02020603050405020304" pitchFamily="18" charset="0"/>
              </a:rPr>
              <a:t>待床人數彙整時，數字讀取錯誤或無法顯示要能主動通知醫管組承辦人及分區經辦</a:t>
            </a:r>
            <a:endParaRPr lang="en-US" altLang="zh-TW" sz="1400" kern="2600" dirty="0">
              <a:cs typeface="Times New Roman" panose="02020603050405020304" pitchFamily="18" charset="0"/>
            </a:endParaRPr>
          </a:p>
          <a:p>
            <a:pPr lvl="2"/>
            <a:r>
              <a:rPr lang="zh-TW" altLang="en-US" sz="1400" kern="2600" dirty="0">
                <a:cs typeface="Times New Roman" panose="02020603050405020304" pitchFamily="18" charset="0"/>
              </a:rPr>
              <a:t>急救責任醫院急診待診</a:t>
            </a:r>
            <a:r>
              <a:rPr lang="en-US" altLang="zh-TW" sz="1400" kern="2600" dirty="0">
                <a:cs typeface="Times New Roman" panose="02020603050405020304" pitchFamily="18" charset="0"/>
              </a:rPr>
              <a:t>/</a:t>
            </a:r>
            <a:r>
              <a:rPr lang="zh-TW" altLang="en-US" sz="1400" kern="2600" dirty="0">
                <a:cs typeface="Times New Roman" panose="02020603050405020304" pitchFamily="18" charset="0"/>
              </a:rPr>
              <a:t>待床人數彙整</a:t>
            </a:r>
            <a:r>
              <a:rPr lang="en-US" altLang="zh-TW" sz="1400" kern="2600" dirty="0">
                <a:cs typeface="Times New Roman" panose="02020603050405020304" pitchFamily="18" charset="0"/>
              </a:rPr>
              <a:t>mail</a:t>
            </a:r>
            <a:r>
              <a:rPr lang="zh-TW" altLang="en-US" sz="1400" kern="2600" dirty="0">
                <a:cs typeface="Times New Roman" panose="02020603050405020304" pitchFamily="18" charset="0"/>
              </a:rPr>
              <a:t>進行調整格式</a:t>
            </a:r>
            <a:r>
              <a:rPr lang="en-US" altLang="zh-TW" sz="1400" kern="2600" dirty="0">
                <a:cs typeface="Times New Roman" panose="02020603050405020304" pitchFamily="18" charset="0"/>
              </a:rPr>
              <a:t>(</a:t>
            </a:r>
            <a:r>
              <a:rPr lang="zh-TW" altLang="en-US" sz="1400" kern="2600" dirty="0">
                <a:cs typeface="Times New Roman" panose="02020603050405020304" pitchFamily="18" charset="0"/>
              </a:rPr>
              <a:t>例如：美觀</a:t>
            </a:r>
            <a:r>
              <a:rPr lang="en-US" altLang="zh-TW" sz="1400" kern="2600" dirty="0">
                <a:cs typeface="Times New Roman" panose="02020603050405020304" pitchFamily="18" charset="0"/>
              </a:rPr>
              <a:t>)</a:t>
            </a:r>
            <a:endParaRPr lang="en-US" altLang="zh-TW" sz="1400" kern="2600" dirty="0">
              <a:effectLst/>
              <a:cs typeface="Times New Roman" panose="02020603050405020304" pitchFamily="18" charset="0"/>
            </a:endParaRPr>
          </a:p>
        </p:txBody>
      </p:sp>
    </p:spTree>
    <p:extLst>
      <p:ext uri="{BB962C8B-B14F-4D97-AF65-F5344CB8AC3E}">
        <p14:creationId xmlns:p14="http://schemas.microsoft.com/office/powerpoint/2010/main" val="288783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A8648-F93E-22D3-F1C1-4BE411919F4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DA9CE30-8A5D-A8E7-84CF-4B888A2B6E86}"/>
              </a:ext>
            </a:extLst>
          </p:cNvPr>
          <p:cNvSpPr>
            <a:spLocks noGrp="1"/>
          </p:cNvSpPr>
          <p:nvPr>
            <p:ph type="title"/>
          </p:nvPr>
        </p:nvSpPr>
        <p:spPr>
          <a:xfrm>
            <a:off x="806782" y="392328"/>
            <a:ext cx="8292433" cy="686196"/>
          </a:xfrm>
        </p:spPr>
        <p:txBody>
          <a:bodyPr>
            <a:normAutofit/>
          </a:bodyPr>
          <a:lstStyle/>
          <a:p>
            <a:r>
              <a:rPr lang="zh-TW" altLang="en-US" dirty="0"/>
              <a:t>功能範圍確認</a:t>
            </a:r>
          </a:p>
        </p:txBody>
      </p:sp>
      <p:sp>
        <p:nvSpPr>
          <p:cNvPr id="4" name="投影片編號版面配置區 3">
            <a:extLst>
              <a:ext uri="{FF2B5EF4-FFF2-40B4-BE49-F238E27FC236}">
                <a16:creationId xmlns:a16="http://schemas.microsoft.com/office/drawing/2014/main" id="{CA6ABDD2-7A4F-0BB1-CBB7-9A5E72FB7B5C}"/>
              </a:ext>
            </a:extLst>
          </p:cNvPr>
          <p:cNvSpPr>
            <a:spLocks noGrp="1"/>
          </p:cNvSpPr>
          <p:nvPr>
            <p:ph type="sldNum" sz="quarter" idx="4"/>
          </p:nvPr>
        </p:nvSpPr>
        <p:spPr/>
        <p:txBody>
          <a:bodyPr/>
          <a:lstStyle/>
          <a:p>
            <a:fld id="{60BF0995-13CC-46C9-9B56-390823875C0A}" type="slidenum">
              <a:rPr lang="zh-TW" altLang="en-US" smtClean="0"/>
              <a:pPr/>
              <a:t>11</a:t>
            </a:fld>
            <a:endParaRPr lang="zh-TW" altLang="en-US"/>
          </a:p>
        </p:txBody>
      </p:sp>
      <p:sp>
        <p:nvSpPr>
          <p:cNvPr id="5" name="內容版面配置區 1">
            <a:extLst>
              <a:ext uri="{FF2B5EF4-FFF2-40B4-BE49-F238E27FC236}">
                <a16:creationId xmlns:a16="http://schemas.microsoft.com/office/drawing/2014/main" id="{C3456105-75F5-A7FE-45B1-2E6C3551C720}"/>
              </a:ext>
            </a:extLst>
          </p:cNvPr>
          <p:cNvSpPr>
            <a:spLocks noGrp="1"/>
          </p:cNvSpPr>
          <p:nvPr>
            <p:ph idx="1"/>
          </p:nvPr>
        </p:nvSpPr>
        <p:spPr>
          <a:xfrm>
            <a:off x="886692" y="1415306"/>
            <a:ext cx="7965380" cy="4489513"/>
          </a:xfrm>
        </p:spPr>
        <p:txBody>
          <a:bodyPr>
            <a:normAutofit/>
          </a:bodyPr>
          <a:lstStyle/>
          <a:p>
            <a:r>
              <a:rPr lang="zh-TW" altLang="en-US" dirty="0"/>
              <a:t>需求單的處理</a:t>
            </a:r>
            <a:r>
              <a:rPr lang="en-US" altLang="zh-TW" dirty="0"/>
              <a:t>(</a:t>
            </a:r>
            <a:r>
              <a:rPr lang="zh-TW" altLang="en-US" dirty="0"/>
              <a:t>須在</a:t>
            </a:r>
            <a:r>
              <a:rPr lang="en-US" altLang="zh-TW" dirty="0"/>
              <a:t>3</a:t>
            </a:r>
            <a:r>
              <a:rPr lang="zh-TW" altLang="en-US" dirty="0"/>
              <a:t>代進行</a:t>
            </a:r>
            <a:r>
              <a:rPr lang="en-US" altLang="zh-TW" dirty="0"/>
              <a:t>)</a:t>
            </a:r>
          </a:p>
          <a:p>
            <a:pPr lvl="1"/>
            <a:r>
              <a:rPr lang="en-US" altLang="zh-TW" sz="1800" kern="2600" dirty="0">
                <a:cs typeface="Times New Roman" panose="02020603050405020304" pitchFamily="18" charset="0"/>
              </a:rPr>
              <a:t>NA112070326 </a:t>
            </a:r>
            <a:r>
              <a:rPr lang="zh-TW" altLang="en-US" sz="1800" kern="2600" dirty="0">
                <a:cs typeface="Times New Roman" panose="02020603050405020304" pitchFamily="18" charset="0"/>
              </a:rPr>
              <a:t>需求單：</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修正「</a:t>
            </a:r>
            <a:r>
              <a:rPr lang="en-US" altLang="zh-TW" sz="1400" kern="2600" dirty="0">
                <a:cs typeface="Times New Roman" panose="02020603050405020304" pitchFamily="18" charset="0"/>
              </a:rPr>
              <a:t>HMAI8010S01_</a:t>
            </a:r>
            <a:r>
              <a:rPr lang="zh-TW" altLang="en-US" sz="1400" kern="2600" dirty="0">
                <a:cs typeface="Times New Roman" panose="02020603050405020304" pitchFamily="18" charset="0"/>
              </a:rPr>
              <a:t>機構專科醫師不符清單作業」檢核條件</a:t>
            </a:r>
            <a:r>
              <a:rPr lang="zh-TW" altLang="zh-TW" sz="1400" kern="2600" dirty="0">
                <a:cs typeface="Times New Roman" panose="02020603050405020304" pitchFamily="18" charset="0"/>
              </a:rPr>
              <a:t>。</a:t>
            </a:r>
            <a:endParaRPr lang="en-US" altLang="zh-TW" sz="1400" kern="2600" dirty="0">
              <a:effectLst/>
              <a:cs typeface="Times New Roman" panose="02020603050405020304" pitchFamily="18" charset="0"/>
            </a:endParaRPr>
          </a:p>
          <a:p>
            <a:pPr lvl="1"/>
            <a:r>
              <a:rPr lang="en-US" altLang="zh-TW" sz="1800" kern="2600" dirty="0">
                <a:cs typeface="Times New Roman" panose="02020603050405020304" pitchFamily="18" charset="0"/>
              </a:rPr>
              <a:t>NA112090050 </a:t>
            </a:r>
            <a:r>
              <a:rPr lang="zh-TW" altLang="en-US" sz="1800" kern="2600" dirty="0">
                <a:cs typeface="Times New Roman" panose="02020603050405020304" pitchFamily="18" charset="0"/>
              </a:rPr>
              <a:t>需求單：</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新增「其他非醫事機構</a:t>
            </a:r>
            <a:r>
              <a:rPr lang="en-US" altLang="zh-TW" sz="1400" kern="2600" dirty="0">
                <a:cs typeface="Times New Roman" panose="02020603050405020304" pitchFamily="18" charset="0"/>
              </a:rPr>
              <a:t>(</a:t>
            </a:r>
            <a:r>
              <a:rPr lang="zh-TW" altLang="en-US" sz="1400" kern="2600" dirty="0">
                <a:cs typeface="Times New Roman" panose="02020603050405020304" pitchFamily="18" charset="0"/>
              </a:rPr>
              <a:t>例如藥廠</a:t>
            </a:r>
            <a:r>
              <a:rPr lang="en-US" altLang="zh-TW" sz="1400" kern="2600" dirty="0">
                <a:cs typeface="Times New Roman" panose="02020603050405020304" pitchFamily="18" charset="0"/>
              </a:rPr>
              <a:t>)</a:t>
            </a:r>
            <a:r>
              <a:rPr lang="zh-TW" altLang="en-US" sz="1400" kern="2600" dirty="0">
                <a:cs typeface="Times New Roman" panose="02020603050405020304" pitchFamily="18" charset="0"/>
              </a:rPr>
              <a:t>執業藥師報備支援至特約機構」報表，欄位包含身分證號、醫事人員姓名、執業機構代碼、執業機構簡稱、支援機構代碼、支援機構簡稱、兼任起迄日，報表有資料時以電子郵件通知支援機構所在分區業務組經辦同仁下載報表確認</a:t>
            </a:r>
            <a:r>
              <a:rPr lang="zh-TW" altLang="zh-TW" sz="1400" kern="2600" dirty="0">
                <a:cs typeface="Times New Roman" panose="02020603050405020304" pitchFamily="18" charset="0"/>
              </a:rPr>
              <a:t>。</a:t>
            </a:r>
            <a:endParaRPr lang="en-US" altLang="zh-TW" sz="1400" kern="2600" dirty="0">
              <a:effectLst/>
              <a:cs typeface="Times New Roman" panose="02020603050405020304" pitchFamily="18" charset="0"/>
            </a:endParaRPr>
          </a:p>
          <a:p>
            <a:pPr lvl="1"/>
            <a:r>
              <a:rPr lang="en-US" altLang="zh-TW" sz="1800" kern="2600" dirty="0">
                <a:cs typeface="Times New Roman" panose="02020603050405020304" pitchFamily="18" charset="0"/>
              </a:rPr>
              <a:t>NA112090138</a:t>
            </a:r>
            <a:r>
              <a:rPr lang="zh-TW" altLang="en-US" sz="1800" kern="2600" dirty="0">
                <a:cs typeface="Times New Roman" panose="02020603050405020304" pitchFamily="18" charset="0"/>
              </a:rPr>
              <a:t> 需求單：</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修正異常</a:t>
            </a:r>
            <a:r>
              <a:rPr lang="en-US" altLang="zh-TW" sz="1400" kern="2600" dirty="0">
                <a:cs typeface="Times New Roman" panose="02020603050405020304" pitchFamily="18" charset="0"/>
              </a:rPr>
              <a:t>(</a:t>
            </a:r>
            <a:r>
              <a:rPr lang="zh-TW" altLang="en-US" sz="1400" kern="2600" dirty="0">
                <a:cs typeface="Times New Roman" panose="02020603050405020304" pitchFamily="18" charset="0"/>
              </a:rPr>
              <a:t>財團法人輔仁大學附設醫院於 </a:t>
            </a:r>
            <a:r>
              <a:rPr lang="en-US" altLang="zh-TW" sz="1400" kern="2600" dirty="0">
                <a:cs typeface="Times New Roman" panose="02020603050405020304" pitchFamily="18" charset="0"/>
              </a:rPr>
              <a:t>VPN</a:t>
            </a:r>
            <a:r>
              <a:rPr lang="zh-TW" altLang="en-US" sz="1400" kern="2600" dirty="0">
                <a:cs typeface="Times New Roman" panose="02020603050405020304" pitchFamily="18" charset="0"/>
              </a:rPr>
              <a:t>執行線上續約作業 於產製電子合約時 下方產製日期與醫事機構標題文字有重疊情形</a:t>
            </a:r>
            <a:r>
              <a:rPr lang="en-US" altLang="zh-TW" sz="1400" kern="2600" dirty="0">
                <a:cs typeface="Times New Roman" panose="02020603050405020304" pitchFamily="18" charset="0"/>
              </a:rPr>
              <a:t>)</a:t>
            </a:r>
            <a:r>
              <a:rPr lang="zh-TW" altLang="zh-TW" sz="1400" kern="2600" dirty="0">
                <a:cs typeface="Times New Roman" panose="02020603050405020304" pitchFamily="18" charset="0"/>
              </a:rPr>
              <a:t>。</a:t>
            </a:r>
            <a:endParaRPr lang="en-US" altLang="zh-TW" sz="1400" kern="2600" dirty="0">
              <a:cs typeface="Times New Roman" panose="02020603050405020304" pitchFamily="18" charset="0"/>
            </a:endParaRPr>
          </a:p>
          <a:p>
            <a:pPr lvl="1"/>
            <a:r>
              <a:rPr lang="en-US" altLang="zh-TW" sz="1800" kern="2600" dirty="0">
                <a:cs typeface="Times New Roman" panose="02020603050405020304" pitchFamily="18" charset="0"/>
              </a:rPr>
              <a:t>NA114020098 </a:t>
            </a:r>
            <a:r>
              <a:rPr lang="zh-TW" altLang="en-US" sz="1800" kern="2600" dirty="0">
                <a:cs typeface="Times New Roman" panose="02020603050405020304" pitchFamily="18" charset="0"/>
              </a:rPr>
              <a:t>需求單：</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應各分區業務組業務分工及行政流程差異，新增「醫事機構審核暨報表通知人員維護作業」，提供分區業務組維護分案名單及是否開啟電子郵件通知，並且提供新增、更正、刪除、查詢</a:t>
            </a:r>
            <a:r>
              <a:rPr lang="en-US" altLang="zh-TW" sz="1400" kern="2600" dirty="0">
                <a:cs typeface="Times New Roman" panose="02020603050405020304" pitchFamily="18" charset="0"/>
              </a:rPr>
              <a:t>(</a:t>
            </a:r>
            <a:r>
              <a:rPr lang="zh-TW" altLang="en-US" sz="1400" kern="2600" dirty="0">
                <a:cs typeface="Times New Roman" panose="02020603050405020304" pitchFamily="18" charset="0"/>
              </a:rPr>
              <a:t>含下載</a:t>
            </a:r>
            <a:r>
              <a:rPr lang="en-US" altLang="zh-TW" sz="1400" kern="2600" dirty="0">
                <a:cs typeface="Times New Roman" panose="02020603050405020304" pitchFamily="18" charset="0"/>
              </a:rPr>
              <a:t>)</a:t>
            </a:r>
            <a:r>
              <a:rPr lang="zh-TW" altLang="en-US" sz="1400" kern="2600" dirty="0">
                <a:cs typeface="Times New Roman" panose="02020603050405020304" pitchFamily="18" charset="0"/>
              </a:rPr>
              <a:t>、清除、資料複製、整批上傳功能。</a:t>
            </a:r>
          </a:p>
          <a:p>
            <a:pPr lvl="1"/>
            <a:endParaRPr lang="en-US" altLang="zh-TW" sz="1800" kern="2600" dirty="0">
              <a:effectLst/>
              <a:cs typeface="Times New Roman" panose="02020603050405020304" pitchFamily="18" charset="0"/>
            </a:endParaRPr>
          </a:p>
        </p:txBody>
      </p:sp>
    </p:spTree>
    <p:extLst>
      <p:ext uri="{BB962C8B-B14F-4D97-AF65-F5344CB8AC3E}">
        <p14:creationId xmlns:p14="http://schemas.microsoft.com/office/powerpoint/2010/main" val="24717797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F3388-7C8E-5406-29D8-7CBB9C13C7A5}"/>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4CF128B0-6D6C-4D02-ADC2-3D6FD33DF052}"/>
              </a:ext>
            </a:extLst>
          </p:cNvPr>
          <p:cNvSpPr>
            <a:spLocks noGrp="1"/>
          </p:cNvSpPr>
          <p:nvPr>
            <p:ph type="title"/>
          </p:nvPr>
        </p:nvSpPr>
        <p:spPr>
          <a:xfrm>
            <a:off x="806782" y="392328"/>
            <a:ext cx="8292433" cy="686196"/>
          </a:xfrm>
        </p:spPr>
        <p:txBody>
          <a:bodyPr>
            <a:normAutofit/>
          </a:bodyPr>
          <a:lstStyle/>
          <a:p>
            <a:r>
              <a:rPr lang="zh-TW" altLang="en-US" dirty="0"/>
              <a:t>爬網</a:t>
            </a:r>
            <a:r>
              <a:rPr lang="en-US" altLang="zh-TW" dirty="0"/>
              <a:t>(</a:t>
            </a:r>
            <a:r>
              <a:rPr lang="zh-TW" altLang="en-US" dirty="0"/>
              <a:t>程式</a:t>
            </a:r>
            <a:r>
              <a:rPr lang="en-US" altLang="zh-TW" dirty="0"/>
              <a:t>)</a:t>
            </a:r>
            <a:r>
              <a:rPr lang="zh-TW" altLang="en-US" dirty="0"/>
              <a:t>優化討論</a:t>
            </a:r>
          </a:p>
        </p:txBody>
      </p:sp>
      <p:sp>
        <p:nvSpPr>
          <p:cNvPr id="4" name="投影片編號版面配置區 3">
            <a:extLst>
              <a:ext uri="{FF2B5EF4-FFF2-40B4-BE49-F238E27FC236}">
                <a16:creationId xmlns:a16="http://schemas.microsoft.com/office/drawing/2014/main" id="{EA9FF690-1F36-7A57-4050-FD0E6F26F5F4}"/>
              </a:ext>
            </a:extLst>
          </p:cNvPr>
          <p:cNvSpPr>
            <a:spLocks noGrp="1"/>
          </p:cNvSpPr>
          <p:nvPr>
            <p:ph type="sldNum" sz="quarter" idx="4"/>
          </p:nvPr>
        </p:nvSpPr>
        <p:spPr/>
        <p:txBody>
          <a:bodyPr/>
          <a:lstStyle/>
          <a:p>
            <a:fld id="{60BF0995-13CC-46C9-9B56-390823875C0A}" type="slidenum">
              <a:rPr lang="zh-TW" altLang="en-US" smtClean="0"/>
              <a:pPr/>
              <a:t>12</a:t>
            </a:fld>
            <a:endParaRPr lang="zh-TW" altLang="en-US"/>
          </a:p>
        </p:txBody>
      </p:sp>
      <p:sp>
        <p:nvSpPr>
          <p:cNvPr id="5" name="內容版面配置區 1">
            <a:extLst>
              <a:ext uri="{FF2B5EF4-FFF2-40B4-BE49-F238E27FC236}">
                <a16:creationId xmlns:a16="http://schemas.microsoft.com/office/drawing/2014/main" id="{9D513104-AF41-C8E1-DCDF-B2D2C96B2E6D}"/>
              </a:ext>
            </a:extLst>
          </p:cNvPr>
          <p:cNvSpPr>
            <a:spLocks noGrp="1"/>
          </p:cNvSpPr>
          <p:nvPr>
            <p:ph idx="1"/>
          </p:nvPr>
        </p:nvSpPr>
        <p:spPr>
          <a:xfrm>
            <a:off x="886692" y="1415307"/>
            <a:ext cx="7971558" cy="1213594"/>
          </a:xfrm>
        </p:spPr>
        <p:txBody>
          <a:bodyPr>
            <a:normAutofit/>
          </a:bodyPr>
          <a:lstStyle/>
          <a:p>
            <a:r>
              <a:rPr lang="zh-TW" altLang="en-US" dirty="0"/>
              <a:t>目前爬網程式的功能說明</a:t>
            </a:r>
            <a:endParaRPr lang="en-US" altLang="zh-TW" dirty="0"/>
          </a:p>
          <a:p>
            <a:pPr lvl="1"/>
            <a:r>
              <a:rPr lang="zh-TW" altLang="en-US" sz="1800" kern="2600" dirty="0">
                <a:cs typeface="Times New Roman" panose="02020603050405020304" pitchFamily="18" charset="0"/>
              </a:rPr>
              <a:t>現行是以</a:t>
            </a:r>
            <a:r>
              <a:rPr lang="en-US" altLang="zh-TW" sz="1800" kern="2600" dirty="0">
                <a:cs typeface="Times New Roman" panose="02020603050405020304" pitchFamily="18" charset="0"/>
              </a:rPr>
              <a:t>VB</a:t>
            </a:r>
            <a:r>
              <a:rPr lang="zh-TW" altLang="en-US" sz="1800" kern="2600" dirty="0">
                <a:cs typeface="Times New Roman" panose="02020603050405020304" pitchFamily="18" charset="0"/>
              </a:rPr>
              <a:t>的語言開發，再提供使用者在指定的環境下進行執行</a:t>
            </a:r>
            <a:r>
              <a:rPr lang="en-US" altLang="zh-TW" sz="1800" kern="2600" dirty="0">
                <a:cs typeface="Times New Roman" panose="02020603050405020304" pitchFamily="18" charset="0"/>
              </a:rPr>
              <a:t>(.exe)</a:t>
            </a:r>
            <a:r>
              <a:rPr lang="zh-TW" altLang="en-US" sz="1800" kern="2600" dirty="0">
                <a:cs typeface="Times New Roman" panose="02020603050405020304" pitchFamily="18" charset="0"/>
              </a:rPr>
              <a:t>。</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必須要能夠連外網。</a:t>
            </a:r>
          </a:p>
        </p:txBody>
      </p:sp>
      <p:pic>
        <p:nvPicPr>
          <p:cNvPr id="23" name="圖片 22">
            <a:extLst>
              <a:ext uri="{FF2B5EF4-FFF2-40B4-BE49-F238E27FC236}">
                <a16:creationId xmlns:a16="http://schemas.microsoft.com/office/drawing/2014/main" id="{DBE79D56-D8FF-4097-D85A-F6F787977E6F}"/>
              </a:ext>
            </a:extLst>
          </p:cNvPr>
          <p:cNvPicPr>
            <a:picLocks noChangeAspect="1"/>
          </p:cNvPicPr>
          <p:nvPr/>
        </p:nvPicPr>
        <p:blipFill>
          <a:blip r:embed="rId3"/>
          <a:stretch>
            <a:fillRect/>
          </a:stretch>
        </p:blipFill>
        <p:spPr>
          <a:xfrm>
            <a:off x="718356" y="2708509"/>
            <a:ext cx="8953500" cy="2821029"/>
          </a:xfrm>
          <a:prstGeom prst="rect">
            <a:avLst/>
          </a:prstGeom>
        </p:spPr>
      </p:pic>
    </p:spTree>
    <p:extLst>
      <p:ext uri="{BB962C8B-B14F-4D97-AF65-F5344CB8AC3E}">
        <p14:creationId xmlns:p14="http://schemas.microsoft.com/office/powerpoint/2010/main" val="30183755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C3BEF-C9A6-DC27-3164-0B4D57A376DB}"/>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9999FE6B-BFB4-825A-7D98-BF71648B4DDF}"/>
              </a:ext>
            </a:extLst>
          </p:cNvPr>
          <p:cNvSpPr>
            <a:spLocks noGrp="1"/>
          </p:cNvSpPr>
          <p:nvPr>
            <p:ph type="title"/>
          </p:nvPr>
        </p:nvSpPr>
        <p:spPr>
          <a:xfrm>
            <a:off x="806782" y="392328"/>
            <a:ext cx="8292433" cy="686196"/>
          </a:xfrm>
        </p:spPr>
        <p:txBody>
          <a:bodyPr>
            <a:normAutofit/>
          </a:bodyPr>
          <a:lstStyle/>
          <a:p>
            <a:r>
              <a:rPr lang="zh-TW" altLang="en-US" dirty="0"/>
              <a:t>爬網</a:t>
            </a:r>
            <a:r>
              <a:rPr lang="en-US" altLang="zh-TW" dirty="0"/>
              <a:t>(</a:t>
            </a:r>
            <a:r>
              <a:rPr lang="zh-TW" altLang="en-US" dirty="0"/>
              <a:t>程式</a:t>
            </a:r>
            <a:r>
              <a:rPr lang="en-US" altLang="zh-TW" dirty="0"/>
              <a:t>)</a:t>
            </a:r>
            <a:r>
              <a:rPr lang="zh-TW" altLang="en-US" dirty="0"/>
              <a:t>優化討論</a:t>
            </a:r>
          </a:p>
        </p:txBody>
      </p:sp>
      <p:sp>
        <p:nvSpPr>
          <p:cNvPr id="4" name="投影片編號版面配置區 3">
            <a:extLst>
              <a:ext uri="{FF2B5EF4-FFF2-40B4-BE49-F238E27FC236}">
                <a16:creationId xmlns:a16="http://schemas.microsoft.com/office/drawing/2014/main" id="{27C7572C-4CF4-7FFC-5A60-A9C66E636CB1}"/>
              </a:ext>
            </a:extLst>
          </p:cNvPr>
          <p:cNvSpPr>
            <a:spLocks noGrp="1"/>
          </p:cNvSpPr>
          <p:nvPr>
            <p:ph type="sldNum" sz="quarter" idx="4"/>
          </p:nvPr>
        </p:nvSpPr>
        <p:spPr/>
        <p:txBody>
          <a:bodyPr/>
          <a:lstStyle/>
          <a:p>
            <a:fld id="{60BF0995-13CC-46C9-9B56-390823875C0A}" type="slidenum">
              <a:rPr lang="zh-TW" altLang="en-US" smtClean="0"/>
              <a:pPr/>
              <a:t>13</a:t>
            </a:fld>
            <a:endParaRPr lang="zh-TW" altLang="en-US"/>
          </a:p>
        </p:txBody>
      </p:sp>
      <p:sp>
        <p:nvSpPr>
          <p:cNvPr id="5" name="內容版面配置區 1">
            <a:extLst>
              <a:ext uri="{FF2B5EF4-FFF2-40B4-BE49-F238E27FC236}">
                <a16:creationId xmlns:a16="http://schemas.microsoft.com/office/drawing/2014/main" id="{AE168EB2-FC47-0F09-1A43-7BFE48EA8FDA}"/>
              </a:ext>
            </a:extLst>
          </p:cNvPr>
          <p:cNvSpPr>
            <a:spLocks noGrp="1"/>
          </p:cNvSpPr>
          <p:nvPr>
            <p:ph idx="1"/>
          </p:nvPr>
        </p:nvSpPr>
        <p:spPr>
          <a:xfrm>
            <a:off x="886692" y="1415307"/>
            <a:ext cx="4765963" cy="1213594"/>
          </a:xfrm>
        </p:spPr>
        <p:txBody>
          <a:bodyPr>
            <a:normAutofit/>
          </a:bodyPr>
          <a:lstStyle/>
          <a:p>
            <a:r>
              <a:rPr lang="zh-TW" altLang="en-US" dirty="0"/>
              <a:t>目前爬網程式的功能說明</a:t>
            </a:r>
            <a:endParaRPr lang="en-US" altLang="zh-TW" dirty="0"/>
          </a:p>
          <a:p>
            <a:pPr lvl="1"/>
            <a:r>
              <a:rPr lang="zh-TW" altLang="en-US" sz="1800" kern="2600" dirty="0">
                <a:cs typeface="Times New Roman" panose="02020603050405020304" pitchFamily="18" charset="0"/>
              </a:rPr>
              <a:t>透過主機本身的功能進行排程設定： </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每日上午</a:t>
            </a:r>
            <a:r>
              <a:rPr lang="en-US" altLang="zh-TW" sz="1400" kern="2600" dirty="0">
                <a:cs typeface="Times New Roman" panose="02020603050405020304" pitchFamily="18" charset="0"/>
              </a:rPr>
              <a:t>10:00</a:t>
            </a:r>
            <a:r>
              <a:rPr lang="zh-TW" altLang="en-US" sz="1400" kern="2600" dirty="0">
                <a:cs typeface="Times New Roman" panose="02020603050405020304" pitchFamily="18" charset="0"/>
              </a:rPr>
              <a:t>、中午</a:t>
            </a:r>
            <a:r>
              <a:rPr lang="en-US" altLang="zh-TW" sz="1400" kern="2600" dirty="0">
                <a:cs typeface="Times New Roman" panose="02020603050405020304" pitchFamily="18" charset="0"/>
              </a:rPr>
              <a:t>12:30</a:t>
            </a:r>
            <a:r>
              <a:rPr lang="zh-TW" altLang="en-US" sz="1400" kern="2600" dirty="0">
                <a:cs typeface="Times New Roman" panose="02020603050405020304" pitchFamily="18" charset="0"/>
              </a:rPr>
              <a:t>、下午</a:t>
            </a:r>
            <a:r>
              <a:rPr lang="en-US" altLang="zh-TW" sz="1400" kern="2600" dirty="0">
                <a:cs typeface="Times New Roman" panose="02020603050405020304" pitchFamily="18" charset="0"/>
              </a:rPr>
              <a:t>04:30</a:t>
            </a:r>
            <a:r>
              <a:rPr lang="zh-TW" altLang="en-US" sz="1400" kern="2600" dirty="0">
                <a:cs typeface="Times New Roman" panose="02020603050405020304" pitchFamily="18" charset="0"/>
              </a:rPr>
              <a:t>。</a:t>
            </a:r>
          </a:p>
        </p:txBody>
      </p:sp>
      <p:pic>
        <p:nvPicPr>
          <p:cNvPr id="3" name="圖片 1" descr="01.JPG">
            <a:extLst>
              <a:ext uri="{FF2B5EF4-FFF2-40B4-BE49-F238E27FC236}">
                <a16:creationId xmlns:a16="http://schemas.microsoft.com/office/drawing/2014/main" id="{35DBF0D5-9A89-C0CD-AC1A-E17530A6DE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2907" y="2628901"/>
            <a:ext cx="3993532" cy="31068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內容版面配置區 1">
            <a:extLst>
              <a:ext uri="{FF2B5EF4-FFF2-40B4-BE49-F238E27FC236}">
                <a16:creationId xmlns:a16="http://schemas.microsoft.com/office/drawing/2014/main" id="{303FBB0A-3FC7-D3A9-0267-802074A635BF}"/>
              </a:ext>
            </a:extLst>
          </p:cNvPr>
          <p:cNvSpPr txBox="1">
            <a:spLocks/>
          </p:cNvSpPr>
          <p:nvPr/>
        </p:nvSpPr>
        <p:spPr>
          <a:xfrm>
            <a:off x="5266439" y="2628901"/>
            <a:ext cx="4344829" cy="726273"/>
          </a:xfrm>
          <a:prstGeom prst="rect">
            <a:avLst/>
          </a:prstGeom>
        </p:spPr>
        <p:txBody>
          <a:bodyPr vert="horz" lIns="91440" tIns="45720" rIns="91440" bIns="45720" rtlCol="0">
            <a:normAutofit/>
          </a:bodyPr>
          <a:lstStyle>
            <a:lvl1pPr marL="271463" indent="-271463" algn="l" defTabSz="603647" rtl="0" eaLnBrk="1" latinLnBrk="0" hangingPunct="1">
              <a:lnSpc>
                <a:spcPct val="100000"/>
              </a:lnSpc>
              <a:spcBef>
                <a:spcPts val="600"/>
              </a:spcBef>
              <a:buClr>
                <a:srgbClr val="1E4660"/>
              </a:buClr>
              <a:buSzPct val="100000"/>
              <a:buFont typeface="Wingdings" panose="05000000000000000000" pitchFamily="2" charset="2"/>
              <a:buChar char="l"/>
              <a:defRPr sz="2800" kern="1200">
                <a:solidFill>
                  <a:schemeClr val="tx1"/>
                </a:solidFill>
                <a:latin typeface="微軟正黑體" panose="020B0604030504040204" pitchFamily="34" charset="-120"/>
                <a:ea typeface="微軟正黑體" panose="020B0604030504040204" pitchFamily="34" charset="-120"/>
                <a:cs typeface="+mn-cs"/>
              </a:defRPr>
            </a:lvl1pPr>
            <a:lvl2pPr marL="533400" indent="-231775" algn="l" defTabSz="603647" rtl="0" eaLnBrk="1" latinLnBrk="0" hangingPunct="1">
              <a:lnSpc>
                <a:spcPct val="100000"/>
              </a:lnSpc>
              <a:spcBef>
                <a:spcPts val="600"/>
              </a:spcBef>
              <a:buClr>
                <a:srgbClr val="1E4660"/>
              </a:buClr>
              <a:buSzPct val="100000"/>
              <a:buFont typeface="Arial" panose="020B0604020202020204" pitchFamily="34" charset="0"/>
              <a:buChar char="–"/>
              <a:defRPr sz="2400" kern="1200">
                <a:solidFill>
                  <a:schemeClr val="tx1"/>
                </a:solidFill>
                <a:latin typeface="微軟正黑體" panose="020B0604030504040204" pitchFamily="34" charset="-120"/>
                <a:ea typeface="微軟正黑體" panose="020B0604030504040204" pitchFamily="34" charset="-120"/>
                <a:cs typeface="+mn-cs"/>
              </a:defRPr>
            </a:lvl2pPr>
            <a:lvl3pPr marL="804863" indent="-201613" algn="l" defTabSz="603647" rtl="0" eaLnBrk="1" latinLnBrk="0" hangingPunct="1">
              <a:lnSpc>
                <a:spcPct val="100000"/>
              </a:lnSpc>
              <a:spcBef>
                <a:spcPts val="600"/>
              </a:spcBef>
              <a:buClr>
                <a:srgbClr val="1E4660"/>
              </a:buClr>
              <a:buSzPct val="100000"/>
              <a:buFont typeface="Wingdings" panose="05000000000000000000" pitchFamily="2" charset="2"/>
              <a:buChar char="n"/>
              <a:defRPr sz="2000" kern="1200">
                <a:solidFill>
                  <a:schemeClr val="tx1"/>
                </a:solidFill>
                <a:latin typeface="微軟正黑體" panose="020B0604030504040204" pitchFamily="34" charset="-120"/>
                <a:ea typeface="微軟正黑體" panose="020B0604030504040204" pitchFamily="34" charset="-120"/>
                <a:cs typeface="+mn-cs"/>
              </a:defRPr>
            </a:lvl3pPr>
            <a:lvl4pPr marL="1077913" indent="-173038" algn="l" defTabSz="603647" rtl="0" eaLnBrk="1" latinLnBrk="0" hangingPunct="1">
              <a:lnSpc>
                <a:spcPct val="100000"/>
              </a:lnSpc>
              <a:spcBef>
                <a:spcPts val="600"/>
              </a:spcBef>
              <a:buClr>
                <a:srgbClr val="1E4660"/>
              </a:buClr>
              <a:buSzPct val="100000"/>
              <a:buFont typeface="Wingdings" panose="05000000000000000000" pitchFamily="2" charset="2"/>
              <a:buChar char="u"/>
              <a:defRPr sz="1800" kern="1200">
                <a:solidFill>
                  <a:schemeClr val="tx1"/>
                </a:solidFill>
                <a:latin typeface="微軟正黑體" panose="020B0604030504040204" pitchFamily="34" charset="-120"/>
                <a:ea typeface="微軟正黑體" panose="020B0604030504040204" pitchFamily="34" charset="-120"/>
                <a:cs typeface="+mn-cs"/>
              </a:defRPr>
            </a:lvl4pPr>
            <a:lvl5pPr marL="1436688" indent="-230188" algn="l" defTabSz="603647" rtl="0" eaLnBrk="1" latinLnBrk="0" hangingPunct="1">
              <a:lnSpc>
                <a:spcPct val="100000"/>
              </a:lnSpc>
              <a:spcBef>
                <a:spcPts val="600"/>
              </a:spcBef>
              <a:buClr>
                <a:srgbClr val="1E4660"/>
              </a:buClr>
              <a:buSzPct val="100000"/>
              <a:buFont typeface="Wingdings" panose="05000000000000000000" pitchFamily="2" charset="2"/>
              <a:buChar char="p"/>
              <a:defRPr sz="1800" kern="1200">
                <a:solidFill>
                  <a:schemeClr val="tx1"/>
                </a:solidFill>
                <a:latin typeface="微軟正黑體" panose="020B0604030504040204" pitchFamily="34" charset="-120"/>
                <a:ea typeface="微軟正黑體" panose="020B0604030504040204" pitchFamily="34" charset="-120"/>
                <a:cs typeface="+mn-cs"/>
              </a:defRPr>
            </a:lvl5pPr>
            <a:lvl6pPr marL="1660029"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6pPr>
            <a:lvl7pPr marL="1961853"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7pPr>
            <a:lvl8pPr marL="2263676"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8pPr>
            <a:lvl9pPr marL="2565500" indent="-150912" algn="l" defTabSz="603647" rtl="0" eaLnBrk="1" latinLnBrk="0" hangingPunct="1">
              <a:lnSpc>
                <a:spcPct val="90000"/>
              </a:lnSpc>
              <a:spcBef>
                <a:spcPts val="330"/>
              </a:spcBef>
              <a:buFont typeface="Arial" panose="020B0604020202020204" pitchFamily="34" charset="0"/>
              <a:buChar char="•"/>
              <a:defRPr sz="1189" kern="1200">
                <a:solidFill>
                  <a:schemeClr val="tx1"/>
                </a:solidFill>
                <a:latin typeface="+mn-lt"/>
                <a:ea typeface="+mn-ea"/>
                <a:cs typeface="+mn-cs"/>
              </a:defRPr>
            </a:lvl9pPr>
          </a:lstStyle>
          <a:p>
            <a:pPr lvl="1"/>
            <a:r>
              <a:rPr lang="zh-TW" altLang="en-US" sz="1800" kern="2600" dirty="0">
                <a:cs typeface="Times New Roman" panose="02020603050405020304" pitchFamily="18" charset="0"/>
              </a:rPr>
              <a:t>急救責任醫院：</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使用檔案</a:t>
            </a:r>
            <a:r>
              <a:rPr lang="en-US" altLang="zh-TW" sz="1400" kern="2600" dirty="0">
                <a:cs typeface="Times New Roman" panose="02020603050405020304" pitchFamily="18" charset="0"/>
              </a:rPr>
              <a:t>(.txt)</a:t>
            </a:r>
            <a:r>
              <a:rPr lang="zh-TW" altLang="en-US" sz="1400" kern="2600" dirty="0">
                <a:cs typeface="Times New Roman" panose="02020603050405020304" pitchFamily="18" charset="0"/>
              </a:rPr>
              <a:t>進行設定</a:t>
            </a:r>
            <a:r>
              <a:rPr lang="zh-TW" altLang="zh-TW" sz="1400" kern="2600" dirty="0">
                <a:cs typeface="Times New Roman" panose="02020603050405020304" pitchFamily="18" charset="0"/>
              </a:rPr>
              <a:t>。</a:t>
            </a:r>
            <a:endParaRPr lang="en-US" altLang="zh-TW" sz="1800" kern="2600" dirty="0">
              <a:cs typeface="Times New Roman" panose="02020603050405020304" pitchFamily="18" charset="0"/>
            </a:endParaRPr>
          </a:p>
        </p:txBody>
      </p:sp>
      <p:pic>
        <p:nvPicPr>
          <p:cNvPr id="7" name="圖片 6">
            <a:extLst>
              <a:ext uri="{FF2B5EF4-FFF2-40B4-BE49-F238E27FC236}">
                <a16:creationId xmlns:a16="http://schemas.microsoft.com/office/drawing/2014/main" id="{26663061-77ED-A27F-D217-E20C099379B3}"/>
              </a:ext>
            </a:extLst>
          </p:cNvPr>
          <p:cNvPicPr>
            <a:picLocks noChangeAspect="1"/>
          </p:cNvPicPr>
          <p:nvPr/>
        </p:nvPicPr>
        <p:blipFill>
          <a:blip r:embed="rId4"/>
          <a:stretch>
            <a:fillRect/>
          </a:stretch>
        </p:blipFill>
        <p:spPr>
          <a:xfrm>
            <a:off x="5417821" y="3355174"/>
            <a:ext cx="4344829" cy="1625289"/>
          </a:xfrm>
          <a:prstGeom prst="rect">
            <a:avLst/>
          </a:prstGeom>
        </p:spPr>
      </p:pic>
    </p:spTree>
    <p:extLst>
      <p:ext uri="{BB962C8B-B14F-4D97-AF65-F5344CB8AC3E}">
        <p14:creationId xmlns:p14="http://schemas.microsoft.com/office/powerpoint/2010/main" val="5973372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77FCB-1940-6C6B-4425-A6E0BB6E6EA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41DD5E6-E719-96DD-F46F-0BC42EE75527}"/>
              </a:ext>
            </a:extLst>
          </p:cNvPr>
          <p:cNvSpPr>
            <a:spLocks noGrp="1"/>
          </p:cNvSpPr>
          <p:nvPr>
            <p:ph type="title"/>
          </p:nvPr>
        </p:nvSpPr>
        <p:spPr>
          <a:xfrm>
            <a:off x="806782" y="392328"/>
            <a:ext cx="8292433" cy="686196"/>
          </a:xfrm>
        </p:spPr>
        <p:txBody>
          <a:bodyPr>
            <a:normAutofit/>
          </a:bodyPr>
          <a:lstStyle/>
          <a:p>
            <a:r>
              <a:rPr lang="zh-TW" altLang="en-US" dirty="0"/>
              <a:t>爬網</a:t>
            </a:r>
            <a:r>
              <a:rPr lang="en-US" altLang="zh-TW" dirty="0"/>
              <a:t>(</a:t>
            </a:r>
            <a:r>
              <a:rPr lang="zh-TW" altLang="en-US" dirty="0"/>
              <a:t>程式</a:t>
            </a:r>
            <a:r>
              <a:rPr lang="en-US" altLang="zh-TW" dirty="0"/>
              <a:t>)</a:t>
            </a:r>
            <a:r>
              <a:rPr lang="zh-TW" altLang="en-US" dirty="0"/>
              <a:t>優化討論</a:t>
            </a:r>
          </a:p>
        </p:txBody>
      </p:sp>
      <p:sp>
        <p:nvSpPr>
          <p:cNvPr id="4" name="投影片編號版面配置區 3">
            <a:extLst>
              <a:ext uri="{FF2B5EF4-FFF2-40B4-BE49-F238E27FC236}">
                <a16:creationId xmlns:a16="http://schemas.microsoft.com/office/drawing/2014/main" id="{0417DCBC-4153-1359-BF3E-A04031C6156B}"/>
              </a:ext>
            </a:extLst>
          </p:cNvPr>
          <p:cNvSpPr>
            <a:spLocks noGrp="1"/>
          </p:cNvSpPr>
          <p:nvPr>
            <p:ph type="sldNum" sz="quarter" idx="4"/>
          </p:nvPr>
        </p:nvSpPr>
        <p:spPr/>
        <p:txBody>
          <a:bodyPr/>
          <a:lstStyle/>
          <a:p>
            <a:fld id="{60BF0995-13CC-46C9-9B56-390823875C0A}" type="slidenum">
              <a:rPr lang="zh-TW" altLang="en-US" smtClean="0"/>
              <a:pPr/>
              <a:t>14</a:t>
            </a:fld>
            <a:endParaRPr lang="zh-TW" altLang="en-US"/>
          </a:p>
        </p:txBody>
      </p:sp>
      <p:sp>
        <p:nvSpPr>
          <p:cNvPr id="5" name="內容版面配置區 1">
            <a:extLst>
              <a:ext uri="{FF2B5EF4-FFF2-40B4-BE49-F238E27FC236}">
                <a16:creationId xmlns:a16="http://schemas.microsoft.com/office/drawing/2014/main" id="{367BF96B-6F96-854E-BEF2-A55651F14688}"/>
              </a:ext>
            </a:extLst>
          </p:cNvPr>
          <p:cNvSpPr>
            <a:spLocks noGrp="1"/>
          </p:cNvSpPr>
          <p:nvPr>
            <p:ph idx="1"/>
          </p:nvPr>
        </p:nvSpPr>
        <p:spPr>
          <a:xfrm>
            <a:off x="886692" y="1415307"/>
            <a:ext cx="7971558" cy="1213594"/>
          </a:xfrm>
        </p:spPr>
        <p:txBody>
          <a:bodyPr>
            <a:normAutofit/>
          </a:bodyPr>
          <a:lstStyle/>
          <a:p>
            <a:r>
              <a:rPr lang="zh-TW" altLang="en-US" dirty="0"/>
              <a:t>目前爬網程式的功能說明</a:t>
            </a:r>
            <a:endParaRPr lang="en-US" altLang="zh-TW" dirty="0"/>
          </a:p>
          <a:p>
            <a:pPr lvl="1"/>
            <a:r>
              <a:rPr lang="zh-TW" altLang="en-US" sz="1800" kern="2600" dirty="0">
                <a:cs typeface="Times New Roman" panose="02020603050405020304" pitchFamily="18" charset="0"/>
              </a:rPr>
              <a:t>信箱寄送內容如下：</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在專案內 </a:t>
            </a:r>
            <a:r>
              <a:rPr lang="en-US" altLang="zh-TW" sz="1400" kern="2600" dirty="0" err="1">
                <a:cs typeface="Times New Roman" panose="02020603050405020304" pitchFamily="18" charset="0"/>
              </a:rPr>
              <a:t>app.config</a:t>
            </a:r>
            <a:r>
              <a:rPr lang="zh-TW" altLang="en-US" sz="1400" kern="2600" dirty="0">
                <a:cs typeface="Times New Roman" panose="02020603050405020304" pitchFamily="18" charset="0"/>
              </a:rPr>
              <a:t> 進行設定發送的對象</a:t>
            </a:r>
            <a:endParaRPr lang="en-US" altLang="zh-TW" sz="1400" kern="2600" dirty="0">
              <a:cs typeface="Times New Roman" panose="02020603050405020304" pitchFamily="18" charset="0"/>
            </a:endParaRPr>
          </a:p>
        </p:txBody>
      </p:sp>
      <p:pic>
        <p:nvPicPr>
          <p:cNvPr id="3" name="圖片 2">
            <a:extLst>
              <a:ext uri="{FF2B5EF4-FFF2-40B4-BE49-F238E27FC236}">
                <a16:creationId xmlns:a16="http://schemas.microsoft.com/office/drawing/2014/main" id="{1699A5CE-CD08-D68D-69C2-3B20C87B53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2364" y="2591957"/>
            <a:ext cx="6613236" cy="4116054"/>
          </a:xfrm>
          <a:prstGeom prst="rect">
            <a:avLst/>
          </a:prstGeom>
        </p:spPr>
      </p:pic>
    </p:spTree>
    <p:extLst>
      <p:ext uri="{BB962C8B-B14F-4D97-AF65-F5344CB8AC3E}">
        <p14:creationId xmlns:p14="http://schemas.microsoft.com/office/powerpoint/2010/main" val="447855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D65CF-FB58-2291-90E7-601DF0566D5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BB712015-5BCF-04CE-830B-5CED796F753B}"/>
              </a:ext>
            </a:extLst>
          </p:cNvPr>
          <p:cNvSpPr>
            <a:spLocks noGrp="1"/>
          </p:cNvSpPr>
          <p:nvPr>
            <p:ph type="title"/>
          </p:nvPr>
        </p:nvSpPr>
        <p:spPr>
          <a:xfrm>
            <a:off x="806782" y="392328"/>
            <a:ext cx="8292433" cy="686196"/>
          </a:xfrm>
        </p:spPr>
        <p:txBody>
          <a:bodyPr>
            <a:normAutofit/>
          </a:bodyPr>
          <a:lstStyle/>
          <a:p>
            <a:r>
              <a:rPr lang="zh-TW" altLang="en-US" dirty="0"/>
              <a:t>爬網</a:t>
            </a:r>
            <a:r>
              <a:rPr lang="en-US" altLang="zh-TW" dirty="0"/>
              <a:t>(</a:t>
            </a:r>
            <a:r>
              <a:rPr lang="zh-TW" altLang="en-US" dirty="0"/>
              <a:t>程式</a:t>
            </a:r>
            <a:r>
              <a:rPr lang="en-US" altLang="zh-TW" dirty="0"/>
              <a:t>)</a:t>
            </a:r>
            <a:r>
              <a:rPr lang="zh-TW" altLang="en-US" dirty="0"/>
              <a:t>優化討論</a:t>
            </a:r>
          </a:p>
        </p:txBody>
      </p:sp>
      <p:sp>
        <p:nvSpPr>
          <p:cNvPr id="4" name="投影片編號版面配置區 3">
            <a:extLst>
              <a:ext uri="{FF2B5EF4-FFF2-40B4-BE49-F238E27FC236}">
                <a16:creationId xmlns:a16="http://schemas.microsoft.com/office/drawing/2014/main" id="{E14D54ED-0C39-2838-EAAB-83F6F8262A85}"/>
              </a:ext>
            </a:extLst>
          </p:cNvPr>
          <p:cNvSpPr>
            <a:spLocks noGrp="1"/>
          </p:cNvSpPr>
          <p:nvPr>
            <p:ph type="sldNum" sz="quarter" idx="4"/>
          </p:nvPr>
        </p:nvSpPr>
        <p:spPr/>
        <p:txBody>
          <a:bodyPr/>
          <a:lstStyle/>
          <a:p>
            <a:fld id="{60BF0995-13CC-46C9-9B56-390823875C0A}" type="slidenum">
              <a:rPr lang="zh-TW" altLang="en-US" smtClean="0"/>
              <a:pPr/>
              <a:t>15</a:t>
            </a:fld>
            <a:endParaRPr lang="zh-TW" altLang="en-US"/>
          </a:p>
        </p:txBody>
      </p:sp>
      <p:sp>
        <p:nvSpPr>
          <p:cNvPr id="5" name="內容版面配置區 1">
            <a:extLst>
              <a:ext uri="{FF2B5EF4-FFF2-40B4-BE49-F238E27FC236}">
                <a16:creationId xmlns:a16="http://schemas.microsoft.com/office/drawing/2014/main" id="{0F6FC46F-0432-A0E6-FCB2-29516554FC45}"/>
              </a:ext>
            </a:extLst>
          </p:cNvPr>
          <p:cNvSpPr>
            <a:spLocks noGrp="1"/>
          </p:cNvSpPr>
          <p:nvPr>
            <p:ph idx="1"/>
          </p:nvPr>
        </p:nvSpPr>
        <p:spPr>
          <a:xfrm>
            <a:off x="886692" y="1415307"/>
            <a:ext cx="7971558" cy="1835893"/>
          </a:xfrm>
        </p:spPr>
        <p:txBody>
          <a:bodyPr>
            <a:normAutofit/>
          </a:bodyPr>
          <a:lstStyle/>
          <a:p>
            <a:r>
              <a:rPr lang="zh-TW" altLang="en-US" dirty="0"/>
              <a:t>三代醫療</a:t>
            </a:r>
            <a:r>
              <a:rPr lang="en-US" altLang="zh-TW" dirty="0"/>
              <a:t>API</a:t>
            </a:r>
            <a:r>
              <a:rPr lang="zh-TW" altLang="en-US" dirty="0"/>
              <a:t>的功能說明</a:t>
            </a:r>
            <a:endParaRPr lang="en-US" altLang="zh-TW" dirty="0"/>
          </a:p>
          <a:p>
            <a:pPr lvl="1"/>
            <a:r>
              <a:rPr lang="zh-TW" altLang="en-US" sz="1800" kern="2600" dirty="0">
                <a:cs typeface="Times New Roman" panose="02020603050405020304" pitchFamily="18" charset="0"/>
              </a:rPr>
              <a:t>服務科</a:t>
            </a:r>
            <a:r>
              <a:rPr lang="en-US" altLang="zh-TW" sz="1800" kern="2600" dirty="0">
                <a:cs typeface="Times New Roman" panose="02020603050405020304" pitchFamily="18" charset="0"/>
              </a:rPr>
              <a:t>INA(</a:t>
            </a:r>
            <a:r>
              <a:rPr lang="zh-TW" altLang="en-US" sz="1800" kern="2600" dirty="0">
                <a:cs typeface="Times New Roman" panose="02020603050405020304" pitchFamily="18" charset="0"/>
              </a:rPr>
              <a:t>開放資料查詢服務</a:t>
            </a:r>
            <a:r>
              <a:rPr lang="en-US" altLang="zh-TW" sz="1800" kern="2600" dirty="0">
                <a:cs typeface="Times New Roman" panose="02020603050405020304" pitchFamily="18" charset="0"/>
              </a:rPr>
              <a:t>)</a:t>
            </a:r>
            <a:r>
              <a:rPr lang="zh-TW" altLang="en-US" sz="1800" kern="2600" dirty="0">
                <a:cs typeface="Times New Roman" panose="02020603050405020304" pitchFamily="18" charset="0"/>
              </a:rPr>
              <a:t>已經完成</a:t>
            </a:r>
            <a:r>
              <a:rPr lang="en-US" altLang="zh-TW" sz="1800" kern="2600" dirty="0">
                <a:cs typeface="Times New Roman" panose="02020603050405020304" pitchFamily="18" charset="0"/>
              </a:rPr>
              <a:t>API</a:t>
            </a:r>
            <a:r>
              <a:rPr lang="zh-TW" altLang="en-US" sz="1800" kern="2600" dirty="0">
                <a:cs typeface="Times New Roman" panose="02020603050405020304" pitchFamily="18" charset="0"/>
              </a:rPr>
              <a:t>建置。</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呼叫衛生福利部提供的</a:t>
            </a:r>
            <a:r>
              <a:rPr lang="en-US" altLang="zh-TW" sz="1400" kern="2600" dirty="0">
                <a:cs typeface="Times New Roman" panose="02020603050405020304" pitchFamily="18" charset="0"/>
              </a:rPr>
              <a:t>Web Service(</a:t>
            </a:r>
            <a:r>
              <a:rPr lang="zh-TW" altLang="en-US" sz="1400" kern="2600" dirty="0">
                <a:cs typeface="Times New Roman" panose="02020603050405020304" pitchFamily="18" charset="0"/>
              </a:rPr>
              <a:t>參考：重度急救責任醫院急診即時資訊</a:t>
            </a:r>
            <a:r>
              <a:rPr lang="en-US" altLang="zh-TW" sz="1400" kern="2600" dirty="0">
                <a:cs typeface="Times New Roman" panose="02020603050405020304" pitchFamily="18" charset="0"/>
              </a:rPr>
              <a:t>)</a:t>
            </a:r>
            <a:r>
              <a:rPr lang="zh-TW" altLang="en-US" sz="1400" kern="2600" dirty="0">
                <a:cs typeface="Times New Roman" panose="02020603050405020304" pitchFamily="18" charset="0"/>
              </a:rPr>
              <a:t>。</a:t>
            </a:r>
            <a:endParaRPr lang="en-US" altLang="zh-TW" sz="1400" kern="2600" dirty="0">
              <a:cs typeface="Times New Roman" panose="02020603050405020304" pitchFamily="18" charset="0"/>
            </a:endParaRPr>
          </a:p>
          <a:p>
            <a:pPr lvl="2"/>
            <a:r>
              <a:rPr lang="zh-TW" altLang="en-US" sz="1400" kern="2600" dirty="0">
                <a:cs typeface="Times New Roman" panose="02020603050405020304" pitchFamily="18" charset="0"/>
              </a:rPr>
              <a:t>每</a:t>
            </a:r>
            <a:r>
              <a:rPr lang="en-US" altLang="zh-TW" sz="1400" kern="2600" dirty="0">
                <a:cs typeface="Times New Roman" panose="02020603050405020304" pitchFamily="18" charset="0"/>
              </a:rPr>
              <a:t>15</a:t>
            </a:r>
            <a:r>
              <a:rPr lang="zh-TW" altLang="en-US" sz="1400" kern="2600" dirty="0">
                <a:cs typeface="Times New Roman" panose="02020603050405020304" pitchFamily="18" charset="0"/>
              </a:rPr>
              <a:t>分鐘執行一次。</a:t>
            </a:r>
            <a:endParaRPr lang="en-US" altLang="zh-TW" sz="1400" kern="2600" dirty="0">
              <a:cs typeface="Times New Roman" panose="02020603050405020304" pitchFamily="18" charset="0"/>
            </a:endParaRPr>
          </a:p>
          <a:p>
            <a:pPr lvl="2"/>
            <a:r>
              <a:rPr lang="zh-TW" altLang="en-US" sz="1400" kern="2600" dirty="0">
                <a:cs typeface="Times New Roman" panose="02020603050405020304" pitchFamily="18" charset="0"/>
              </a:rPr>
              <a:t>資料已經落地。</a:t>
            </a:r>
          </a:p>
        </p:txBody>
      </p:sp>
      <p:pic>
        <p:nvPicPr>
          <p:cNvPr id="6" name="圖片 5">
            <a:extLst>
              <a:ext uri="{FF2B5EF4-FFF2-40B4-BE49-F238E27FC236}">
                <a16:creationId xmlns:a16="http://schemas.microsoft.com/office/drawing/2014/main" id="{DD51D135-FE47-C459-3AB0-757FB1A1F328}"/>
              </a:ext>
            </a:extLst>
          </p:cNvPr>
          <p:cNvPicPr>
            <a:picLocks noChangeAspect="1"/>
          </p:cNvPicPr>
          <p:nvPr/>
        </p:nvPicPr>
        <p:blipFill>
          <a:blip r:embed="rId3"/>
          <a:stretch>
            <a:fillRect/>
          </a:stretch>
        </p:blipFill>
        <p:spPr>
          <a:xfrm>
            <a:off x="221673" y="3295190"/>
            <a:ext cx="5980545" cy="2147503"/>
          </a:xfrm>
          <a:prstGeom prst="rect">
            <a:avLst/>
          </a:prstGeom>
        </p:spPr>
      </p:pic>
      <p:pic>
        <p:nvPicPr>
          <p:cNvPr id="8" name="圖片 7">
            <a:extLst>
              <a:ext uri="{FF2B5EF4-FFF2-40B4-BE49-F238E27FC236}">
                <a16:creationId xmlns:a16="http://schemas.microsoft.com/office/drawing/2014/main" id="{1FBF8E62-68A3-6C52-869D-CA3D46A788B3}"/>
              </a:ext>
            </a:extLst>
          </p:cNvPr>
          <p:cNvPicPr>
            <a:picLocks noChangeAspect="1"/>
          </p:cNvPicPr>
          <p:nvPr/>
        </p:nvPicPr>
        <p:blipFill>
          <a:blip r:embed="rId4"/>
          <a:stretch>
            <a:fillRect/>
          </a:stretch>
        </p:blipFill>
        <p:spPr>
          <a:xfrm>
            <a:off x="3610044" y="4184073"/>
            <a:ext cx="6162570" cy="2281599"/>
          </a:xfrm>
          <a:prstGeom prst="rect">
            <a:avLst/>
          </a:prstGeom>
        </p:spPr>
      </p:pic>
    </p:spTree>
    <p:extLst>
      <p:ext uri="{BB962C8B-B14F-4D97-AF65-F5344CB8AC3E}">
        <p14:creationId xmlns:p14="http://schemas.microsoft.com/office/powerpoint/2010/main" val="3830665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D9F14-31A5-5825-4835-DA4BFDD49A67}"/>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902493C-7E06-18E2-44AB-DAD709E2DA38}"/>
              </a:ext>
            </a:extLst>
          </p:cNvPr>
          <p:cNvSpPr>
            <a:spLocks noGrp="1"/>
          </p:cNvSpPr>
          <p:nvPr>
            <p:ph type="title"/>
          </p:nvPr>
        </p:nvSpPr>
        <p:spPr>
          <a:xfrm>
            <a:off x="806782" y="392328"/>
            <a:ext cx="8292433" cy="686196"/>
          </a:xfrm>
        </p:spPr>
        <p:txBody>
          <a:bodyPr>
            <a:normAutofit/>
          </a:bodyPr>
          <a:lstStyle/>
          <a:p>
            <a:r>
              <a:rPr lang="zh-TW" altLang="en-US" dirty="0"/>
              <a:t>爬網</a:t>
            </a:r>
            <a:r>
              <a:rPr lang="en-US" altLang="zh-TW" dirty="0"/>
              <a:t>(</a:t>
            </a:r>
            <a:r>
              <a:rPr lang="zh-TW" altLang="en-US" dirty="0"/>
              <a:t>程式</a:t>
            </a:r>
            <a:r>
              <a:rPr lang="en-US" altLang="zh-TW" dirty="0"/>
              <a:t>)</a:t>
            </a:r>
            <a:r>
              <a:rPr lang="zh-TW" altLang="en-US" dirty="0"/>
              <a:t>優化討論</a:t>
            </a:r>
          </a:p>
        </p:txBody>
      </p:sp>
      <p:sp>
        <p:nvSpPr>
          <p:cNvPr id="4" name="投影片編號版面配置區 3">
            <a:extLst>
              <a:ext uri="{FF2B5EF4-FFF2-40B4-BE49-F238E27FC236}">
                <a16:creationId xmlns:a16="http://schemas.microsoft.com/office/drawing/2014/main" id="{914FDBBF-8FF8-AE59-25AD-5D3FA957AE44}"/>
              </a:ext>
            </a:extLst>
          </p:cNvPr>
          <p:cNvSpPr>
            <a:spLocks noGrp="1"/>
          </p:cNvSpPr>
          <p:nvPr>
            <p:ph type="sldNum" sz="quarter" idx="4"/>
          </p:nvPr>
        </p:nvSpPr>
        <p:spPr/>
        <p:txBody>
          <a:bodyPr/>
          <a:lstStyle/>
          <a:p>
            <a:fld id="{60BF0995-13CC-46C9-9B56-390823875C0A}" type="slidenum">
              <a:rPr lang="zh-TW" altLang="en-US" smtClean="0"/>
              <a:pPr/>
              <a:t>16</a:t>
            </a:fld>
            <a:endParaRPr lang="zh-TW" altLang="en-US"/>
          </a:p>
        </p:txBody>
      </p:sp>
      <p:sp>
        <p:nvSpPr>
          <p:cNvPr id="5" name="內容版面配置區 1">
            <a:extLst>
              <a:ext uri="{FF2B5EF4-FFF2-40B4-BE49-F238E27FC236}">
                <a16:creationId xmlns:a16="http://schemas.microsoft.com/office/drawing/2014/main" id="{79520B27-FCD2-6A78-C3F6-2536C0F5F5F1}"/>
              </a:ext>
            </a:extLst>
          </p:cNvPr>
          <p:cNvSpPr>
            <a:spLocks noGrp="1"/>
          </p:cNvSpPr>
          <p:nvPr>
            <p:ph idx="1"/>
          </p:nvPr>
        </p:nvSpPr>
        <p:spPr>
          <a:xfrm>
            <a:off x="886692" y="1415307"/>
            <a:ext cx="7971558" cy="5188693"/>
          </a:xfrm>
        </p:spPr>
        <p:txBody>
          <a:bodyPr>
            <a:normAutofit/>
          </a:bodyPr>
          <a:lstStyle/>
          <a:p>
            <a:r>
              <a:rPr lang="zh-TW" altLang="en-US" dirty="0"/>
              <a:t>功能優化的方向說明</a:t>
            </a:r>
            <a:endParaRPr lang="en-US" altLang="zh-TW" dirty="0"/>
          </a:p>
          <a:p>
            <a:pPr lvl="1"/>
            <a:r>
              <a:rPr lang="zh-TW" altLang="en-US" sz="1800" kern="2600" dirty="0">
                <a:cs typeface="Times New Roman" panose="02020603050405020304" pitchFamily="18" charset="0"/>
              </a:rPr>
              <a:t>目前爬網程式碰到的問題。</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會被醫院視為攻擊遭到封鎖，需要署內電話通知後解除。</a:t>
            </a:r>
            <a:endParaRPr lang="en-US" altLang="zh-TW" sz="1400" kern="2600" dirty="0">
              <a:cs typeface="Times New Roman" panose="02020603050405020304" pitchFamily="18" charset="0"/>
            </a:endParaRPr>
          </a:p>
          <a:p>
            <a:pPr lvl="2"/>
            <a:r>
              <a:rPr lang="zh-TW" altLang="en-US" sz="1400" kern="2600" dirty="0">
                <a:cs typeface="Times New Roman" panose="02020603050405020304" pitchFamily="18" charset="0"/>
              </a:rPr>
              <a:t>有時會收不到信件。</a:t>
            </a:r>
            <a:endParaRPr lang="en-US" altLang="zh-TW" sz="1400" kern="2600" dirty="0">
              <a:cs typeface="Times New Roman" panose="02020603050405020304" pitchFamily="18" charset="0"/>
            </a:endParaRPr>
          </a:p>
          <a:p>
            <a:pPr lvl="1"/>
            <a:r>
              <a:rPr lang="zh-TW" altLang="en-US" sz="1800" kern="2600" dirty="0">
                <a:cs typeface="Times New Roman" panose="02020603050405020304" pitchFamily="18" charset="0"/>
              </a:rPr>
              <a:t>三代醫療</a:t>
            </a:r>
            <a:r>
              <a:rPr lang="en-US" altLang="zh-TW" sz="1800" kern="2600" dirty="0">
                <a:cs typeface="Times New Roman" panose="02020603050405020304" pitchFamily="18" charset="0"/>
              </a:rPr>
              <a:t>API</a:t>
            </a:r>
            <a:r>
              <a:rPr lang="zh-TW" altLang="en-US" sz="1800" kern="2600" dirty="0">
                <a:cs typeface="Times New Roman" panose="02020603050405020304" pitchFamily="18" charset="0"/>
              </a:rPr>
              <a:t>碰到的問題。</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不建議採用該方式。</a:t>
            </a:r>
            <a:endParaRPr lang="en-US" altLang="zh-TW" sz="1400" kern="2600" dirty="0">
              <a:cs typeface="Times New Roman" panose="02020603050405020304" pitchFamily="18" charset="0"/>
            </a:endParaRPr>
          </a:p>
          <a:p>
            <a:pPr lvl="1"/>
            <a:r>
              <a:rPr lang="zh-TW" altLang="en-US" sz="1800" kern="2600" dirty="0">
                <a:cs typeface="Times New Roman" panose="02020603050405020304" pitchFamily="18" charset="0"/>
              </a:rPr>
              <a:t>規劃優化的方向</a:t>
            </a:r>
            <a:endParaRPr lang="en-US" altLang="zh-TW" sz="1800" kern="2600" dirty="0">
              <a:cs typeface="Times New Roman" panose="02020603050405020304" pitchFamily="18" charset="0"/>
            </a:endParaRPr>
          </a:p>
          <a:p>
            <a:pPr lvl="2"/>
            <a:r>
              <a:rPr lang="zh-TW" altLang="en-US" sz="1400" kern="2600" dirty="0">
                <a:cs typeface="Times New Roman" panose="02020603050405020304" pitchFamily="18" charset="0"/>
              </a:rPr>
              <a:t>執行穩定、異常時能主動通知醫管組承辦人及分區經辦。</a:t>
            </a:r>
            <a:endParaRPr lang="en-US" altLang="zh-TW" sz="1400" kern="2600" dirty="0">
              <a:cs typeface="Times New Roman" panose="02020603050405020304" pitchFamily="18" charset="0"/>
            </a:endParaRPr>
          </a:p>
          <a:p>
            <a:pPr lvl="2"/>
            <a:r>
              <a:rPr lang="zh-TW" altLang="en-US" sz="1400" kern="2600" dirty="0">
                <a:cs typeface="Times New Roman" panose="02020603050405020304" pitchFamily="18" charset="0"/>
              </a:rPr>
              <a:t>可以提供參數設定。</a:t>
            </a:r>
            <a:endParaRPr lang="en-US" altLang="zh-TW" sz="1400" kern="2600" dirty="0">
              <a:cs typeface="Times New Roman" panose="02020603050405020304" pitchFamily="18" charset="0"/>
            </a:endParaRPr>
          </a:p>
          <a:p>
            <a:pPr lvl="3"/>
            <a:r>
              <a:rPr lang="zh-TW" altLang="en-US" sz="1200" kern="2600" dirty="0">
                <a:cs typeface="Times New Roman" panose="02020603050405020304" pitchFamily="18" charset="0"/>
              </a:rPr>
              <a:t>分區經辦或署本部醫管承辦人可以新增或修改中重度醫院資料及網址資料</a:t>
            </a:r>
            <a:r>
              <a:rPr lang="en-US" altLang="zh-TW" sz="1200" kern="2600" dirty="0">
                <a:cs typeface="Times New Roman" panose="02020603050405020304" pitchFamily="18" charset="0"/>
              </a:rPr>
              <a:t>(</a:t>
            </a:r>
            <a:r>
              <a:rPr lang="zh-TW" altLang="en-US" sz="1200" kern="2600" dirty="0">
                <a:cs typeface="Times New Roman" panose="02020603050405020304" pitchFamily="18" charset="0"/>
              </a:rPr>
              <a:t>例如： </a:t>
            </a:r>
            <a:r>
              <a:rPr lang="en-US" altLang="zh-TW" sz="1200" kern="2600" dirty="0">
                <a:cs typeface="Times New Roman" panose="02020603050405020304" pitchFamily="18" charset="0"/>
              </a:rPr>
              <a:t>ICM</a:t>
            </a:r>
            <a:r>
              <a:rPr lang="zh-TW" altLang="en-US" sz="1200" kern="2600" dirty="0">
                <a:cs typeface="Times New Roman" panose="02020603050405020304" pitchFamily="18" charset="0"/>
              </a:rPr>
              <a:t>代碼作業 、專屬網頁進行設定</a:t>
            </a:r>
            <a:r>
              <a:rPr lang="en-US" altLang="zh-TW" sz="1200" kern="2600" dirty="0">
                <a:cs typeface="Times New Roman" panose="02020603050405020304" pitchFamily="18" charset="0"/>
              </a:rPr>
              <a:t>)</a:t>
            </a:r>
            <a:r>
              <a:rPr lang="zh-TW" altLang="en-US" sz="1200" kern="2600" dirty="0">
                <a:cs typeface="Times New Roman" panose="02020603050405020304" pitchFamily="18" charset="0"/>
              </a:rPr>
              <a:t>。</a:t>
            </a:r>
            <a:endParaRPr lang="en-US" altLang="zh-TW" sz="1200" kern="2600" dirty="0">
              <a:cs typeface="Times New Roman" panose="02020603050405020304" pitchFamily="18" charset="0"/>
            </a:endParaRPr>
          </a:p>
          <a:p>
            <a:pPr lvl="3"/>
            <a:r>
              <a:rPr lang="zh-TW" altLang="en-US" sz="1200" kern="2600" dirty="0">
                <a:cs typeface="Times New Roman" panose="02020603050405020304" pitchFamily="18" charset="0"/>
              </a:rPr>
              <a:t>分區經辦或署本部醫管承辦人可以新增或修改急救責任醫院急診待診</a:t>
            </a:r>
            <a:r>
              <a:rPr lang="en-US" altLang="zh-TW" sz="1200" kern="2600" dirty="0">
                <a:cs typeface="Times New Roman" panose="02020603050405020304" pitchFamily="18" charset="0"/>
              </a:rPr>
              <a:t>/</a:t>
            </a:r>
            <a:r>
              <a:rPr lang="zh-TW" altLang="en-US" sz="1200" kern="2600" dirty="0">
                <a:cs typeface="Times New Roman" panose="02020603050405020304" pitchFamily="18" charset="0"/>
              </a:rPr>
              <a:t>待床人數彙整</a:t>
            </a:r>
            <a:r>
              <a:rPr lang="en-US" altLang="zh-TW" sz="1200" kern="2600" dirty="0">
                <a:cs typeface="Times New Roman" panose="02020603050405020304" pitchFamily="18" charset="0"/>
              </a:rPr>
              <a:t>mail</a:t>
            </a:r>
            <a:r>
              <a:rPr lang="zh-TW" altLang="en-US" sz="1200" kern="2600" dirty="0">
                <a:cs typeface="Times New Roman" panose="02020603050405020304" pitchFamily="18" charset="0"/>
              </a:rPr>
              <a:t>的收件者。</a:t>
            </a:r>
            <a:endParaRPr lang="en-US" altLang="zh-TW" sz="1200" kern="2600" dirty="0">
              <a:cs typeface="Times New Roman" panose="02020603050405020304" pitchFamily="18" charset="0"/>
            </a:endParaRPr>
          </a:p>
          <a:p>
            <a:pPr lvl="3"/>
            <a:r>
              <a:rPr lang="zh-TW" altLang="en-US" sz="1200" kern="2600" dirty="0">
                <a:cs typeface="Times New Roman" panose="02020603050405020304" pitchFamily="18" charset="0"/>
              </a:rPr>
              <a:t>異常時</a:t>
            </a:r>
            <a:r>
              <a:rPr lang="en-US" altLang="zh-TW" sz="1200" kern="2600" dirty="0">
                <a:cs typeface="Times New Roman" panose="02020603050405020304" pitchFamily="18" charset="0"/>
              </a:rPr>
              <a:t>mail</a:t>
            </a:r>
            <a:r>
              <a:rPr lang="zh-TW" altLang="en-US" sz="1200" kern="2600" dirty="0">
                <a:cs typeface="Times New Roman" panose="02020603050405020304" pitchFamily="18" charset="0"/>
              </a:rPr>
              <a:t>的收件者。</a:t>
            </a:r>
            <a:endParaRPr lang="en-US" altLang="zh-TW" sz="1200" kern="2600" dirty="0">
              <a:cs typeface="Times New Roman" panose="02020603050405020304" pitchFamily="18" charset="0"/>
            </a:endParaRPr>
          </a:p>
          <a:p>
            <a:pPr lvl="2"/>
            <a:r>
              <a:rPr lang="zh-TW" altLang="en-US" sz="1400" kern="2600" dirty="0">
                <a:cs typeface="Times New Roman" panose="02020603050405020304" pitchFamily="18" charset="0"/>
              </a:rPr>
              <a:t>彙整</a:t>
            </a:r>
            <a:r>
              <a:rPr lang="en-US" altLang="zh-TW" sz="1400" kern="2600" dirty="0">
                <a:cs typeface="Times New Roman" panose="02020603050405020304" pitchFamily="18" charset="0"/>
              </a:rPr>
              <a:t>mail</a:t>
            </a:r>
            <a:r>
              <a:rPr lang="zh-TW" altLang="en-US" sz="1400" kern="2600" dirty="0">
                <a:cs typeface="Times New Roman" panose="02020603050405020304" pitchFamily="18" charset="0"/>
              </a:rPr>
              <a:t>進行調整格式</a:t>
            </a:r>
            <a:r>
              <a:rPr lang="en-US" altLang="zh-TW" sz="1400" kern="2600" dirty="0">
                <a:cs typeface="Times New Roman" panose="02020603050405020304" pitchFamily="18" charset="0"/>
              </a:rPr>
              <a:t>(</a:t>
            </a:r>
            <a:r>
              <a:rPr lang="zh-TW" altLang="en-US" sz="1400" kern="2600" dirty="0">
                <a:cs typeface="Times New Roman" panose="02020603050405020304" pitchFamily="18" charset="0"/>
              </a:rPr>
              <a:t>例如：美觀</a:t>
            </a:r>
            <a:r>
              <a:rPr lang="en-US" altLang="zh-TW" sz="1400" kern="2600" dirty="0">
                <a:cs typeface="Times New Roman" panose="02020603050405020304" pitchFamily="18" charset="0"/>
              </a:rPr>
              <a:t>)</a:t>
            </a:r>
            <a:r>
              <a:rPr lang="zh-TW" altLang="en-US" sz="1400" kern="2600" dirty="0">
                <a:cs typeface="Times New Roman" panose="02020603050405020304" pitchFamily="18" charset="0"/>
              </a:rPr>
              <a:t>。</a:t>
            </a:r>
          </a:p>
        </p:txBody>
      </p:sp>
    </p:spTree>
    <p:extLst>
      <p:ext uri="{BB962C8B-B14F-4D97-AF65-F5344CB8AC3E}">
        <p14:creationId xmlns:p14="http://schemas.microsoft.com/office/powerpoint/2010/main" val="39917126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87302C-B77E-775C-FC78-01E08D5E049A}"/>
              </a:ext>
            </a:extLst>
          </p:cNvPr>
          <p:cNvSpPr>
            <a:spLocks noGrp="1"/>
          </p:cNvSpPr>
          <p:nvPr>
            <p:ph type="title"/>
          </p:nvPr>
        </p:nvSpPr>
        <p:spPr/>
        <p:txBody>
          <a:bodyPr/>
          <a:lstStyle/>
          <a:p>
            <a:r>
              <a:rPr lang="zh-TW" altLang="en-US" dirty="0"/>
              <a:t>其他議題或配合事項</a:t>
            </a:r>
            <a:endParaRPr lang="en-US" altLang="zh-TW" dirty="0"/>
          </a:p>
        </p:txBody>
      </p:sp>
      <p:sp>
        <p:nvSpPr>
          <p:cNvPr id="3" name="內容版面配置區 2">
            <a:extLst>
              <a:ext uri="{FF2B5EF4-FFF2-40B4-BE49-F238E27FC236}">
                <a16:creationId xmlns:a16="http://schemas.microsoft.com/office/drawing/2014/main" id="{1D68D3B4-8FC0-2296-B2CC-251DBE6AEB56}"/>
              </a:ext>
            </a:extLst>
          </p:cNvPr>
          <p:cNvSpPr>
            <a:spLocks noGrp="1"/>
          </p:cNvSpPr>
          <p:nvPr>
            <p:ph sz="quarter" idx="12"/>
          </p:nvPr>
        </p:nvSpPr>
        <p:spPr>
          <a:xfrm>
            <a:off x="2424953" y="3678868"/>
            <a:ext cx="5056094" cy="927100"/>
          </a:xfrm>
        </p:spPr>
        <p:txBody>
          <a:bodyPr/>
          <a:lstStyle/>
          <a:p>
            <a:endParaRPr lang="zh-TW" altLang="en-US" dirty="0"/>
          </a:p>
        </p:txBody>
      </p:sp>
      <p:sp>
        <p:nvSpPr>
          <p:cNvPr id="4" name="投影片編號版面配置區 3">
            <a:extLst>
              <a:ext uri="{FF2B5EF4-FFF2-40B4-BE49-F238E27FC236}">
                <a16:creationId xmlns:a16="http://schemas.microsoft.com/office/drawing/2014/main" id="{7D503C0C-F31B-6502-739F-B6EDB11F8E2B}"/>
              </a:ext>
            </a:extLst>
          </p:cNvPr>
          <p:cNvSpPr>
            <a:spLocks noGrp="1"/>
          </p:cNvSpPr>
          <p:nvPr>
            <p:ph type="sldNum" sz="quarter" idx="4"/>
          </p:nvPr>
        </p:nvSpPr>
        <p:spPr/>
        <p:txBody>
          <a:bodyPr/>
          <a:lstStyle/>
          <a:p>
            <a:fld id="{60BF0995-13CC-46C9-9B56-390823875C0A}" type="slidenum">
              <a:rPr lang="zh-TW" altLang="en-US" smtClean="0"/>
              <a:pPr/>
              <a:t>17</a:t>
            </a:fld>
            <a:endParaRPr lang="zh-TW" altLang="en-US"/>
          </a:p>
        </p:txBody>
      </p:sp>
    </p:spTree>
    <p:extLst>
      <p:ext uri="{BB962C8B-B14F-4D97-AF65-F5344CB8AC3E}">
        <p14:creationId xmlns:p14="http://schemas.microsoft.com/office/powerpoint/2010/main" val="33082543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a:extLst>
              <a:ext uri="{FF2B5EF4-FFF2-40B4-BE49-F238E27FC236}">
                <a16:creationId xmlns:a16="http://schemas.microsoft.com/office/drawing/2014/main" id="{2152AD94-8417-4618-B2BF-638DB70C15D8}"/>
              </a:ext>
            </a:extLst>
          </p:cNvPr>
          <p:cNvSpPr>
            <a:spLocks noGrp="1"/>
          </p:cNvSpPr>
          <p:nvPr>
            <p:ph idx="1"/>
          </p:nvPr>
        </p:nvSpPr>
        <p:spPr/>
        <p:txBody>
          <a:bodyPr/>
          <a:lstStyle/>
          <a:p>
            <a:r>
              <a:rPr lang="en-US" altLang="zh-TW" sz="2800" dirty="0"/>
              <a:t>(</a:t>
            </a:r>
            <a:r>
              <a:rPr lang="zh-TW" altLang="en-US" sz="2800" dirty="0"/>
              <a:t>無</a:t>
            </a:r>
            <a:r>
              <a:rPr lang="en-US" altLang="zh-TW" sz="2800" dirty="0"/>
              <a:t>)</a:t>
            </a:r>
            <a:endParaRPr lang="en-US" altLang="zh-TW" dirty="0"/>
          </a:p>
        </p:txBody>
      </p:sp>
      <p:sp>
        <p:nvSpPr>
          <p:cNvPr id="3" name="標題 2">
            <a:extLst>
              <a:ext uri="{FF2B5EF4-FFF2-40B4-BE49-F238E27FC236}">
                <a16:creationId xmlns:a16="http://schemas.microsoft.com/office/drawing/2014/main" id="{B6B79536-970E-4CFC-8085-1F12E700E4E1}"/>
              </a:ext>
            </a:extLst>
          </p:cNvPr>
          <p:cNvSpPr>
            <a:spLocks noGrp="1"/>
          </p:cNvSpPr>
          <p:nvPr>
            <p:ph type="title"/>
          </p:nvPr>
        </p:nvSpPr>
        <p:spPr/>
        <p:txBody>
          <a:bodyPr>
            <a:normAutofit/>
          </a:bodyPr>
          <a:lstStyle/>
          <a:p>
            <a:r>
              <a:rPr lang="zh-TW" altLang="en-US" dirty="0"/>
              <a:t>其他議題或配合事項</a:t>
            </a:r>
          </a:p>
        </p:txBody>
      </p:sp>
      <p:sp>
        <p:nvSpPr>
          <p:cNvPr id="4" name="投影片編號版面配置區 3">
            <a:extLst>
              <a:ext uri="{FF2B5EF4-FFF2-40B4-BE49-F238E27FC236}">
                <a16:creationId xmlns:a16="http://schemas.microsoft.com/office/drawing/2014/main" id="{9735F722-0D8C-494B-A988-0EA978BCCA85}"/>
              </a:ext>
            </a:extLst>
          </p:cNvPr>
          <p:cNvSpPr>
            <a:spLocks noGrp="1"/>
          </p:cNvSpPr>
          <p:nvPr>
            <p:ph type="sldNum" sz="quarter" idx="4"/>
          </p:nvPr>
        </p:nvSpPr>
        <p:spPr/>
        <p:txBody>
          <a:bodyPr/>
          <a:lstStyle/>
          <a:p>
            <a:fld id="{60BF0995-13CC-46C9-9B56-390823875C0A}" type="slidenum">
              <a:rPr lang="zh-TW" altLang="en-US" smtClean="0"/>
              <a:pPr/>
              <a:t>18</a:t>
            </a:fld>
            <a:endParaRPr lang="zh-TW" altLang="en-US"/>
          </a:p>
        </p:txBody>
      </p:sp>
    </p:spTree>
    <p:extLst>
      <p:ext uri="{BB962C8B-B14F-4D97-AF65-F5344CB8AC3E}">
        <p14:creationId xmlns:p14="http://schemas.microsoft.com/office/powerpoint/2010/main" val="28401542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a:extLst>
              <a:ext uri="{FF2B5EF4-FFF2-40B4-BE49-F238E27FC236}">
                <a16:creationId xmlns:a16="http://schemas.microsoft.com/office/drawing/2014/main" id="{4AA51DAE-3456-42CD-BA12-69A013D0022D}"/>
              </a:ext>
            </a:extLst>
          </p:cNvPr>
          <p:cNvSpPr>
            <a:spLocks noGrp="1"/>
          </p:cNvSpPr>
          <p:nvPr>
            <p:ph type="body" sz="quarter" idx="10"/>
          </p:nvPr>
        </p:nvSpPr>
        <p:spPr/>
        <p:txBody>
          <a:bodyPr/>
          <a:lstStyle/>
          <a:p>
            <a:r>
              <a:rPr lang="en-US" altLang="zh-TW"/>
              <a:t>-</a:t>
            </a:r>
            <a:r>
              <a:rPr lang="zh-TW" altLang="en-US"/>
              <a:t> 敬請指教 </a:t>
            </a:r>
            <a:r>
              <a:rPr lang="en-US" altLang="zh-TW"/>
              <a:t>-</a:t>
            </a:r>
          </a:p>
        </p:txBody>
      </p:sp>
    </p:spTree>
    <p:extLst>
      <p:ext uri="{BB962C8B-B14F-4D97-AF65-F5344CB8AC3E}">
        <p14:creationId xmlns:p14="http://schemas.microsoft.com/office/powerpoint/2010/main" val="2747107110"/>
      </p:ext>
    </p:extLst>
  </p:cSld>
  <p:clrMapOvr>
    <a:masterClrMapping/>
  </p:clrMapOvr>
</p:sld>
</file>

<file path=ppt/theme/theme1.xml><?xml version="1.0" encoding="utf-8"?>
<a:theme xmlns:a="http://schemas.openxmlformats.org/drawingml/2006/main" name="1_A4簡報範本">
  <a:themeElements>
    <a:clrScheme name="IISI">
      <a:dk1>
        <a:sysClr val="windowText" lastClr="000000"/>
      </a:dk1>
      <a:lt1>
        <a:sysClr val="window" lastClr="FFFFFF"/>
      </a:lt1>
      <a:dk2>
        <a:srgbClr val="44546A"/>
      </a:dk2>
      <a:lt2>
        <a:srgbClr val="E7E6E6"/>
      </a:lt2>
      <a:accent1>
        <a:srgbClr val="0070C0"/>
      </a:accent1>
      <a:accent2>
        <a:srgbClr val="E78A14"/>
      </a:accent2>
      <a:accent3>
        <a:srgbClr val="2E9E39"/>
      </a:accent3>
      <a:accent4>
        <a:srgbClr val="C00000"/>
      </a:accent4>
      <a:accent5>
        <a:srgbClr val="E7E6E6"/>
      </a:accent5>
      <a:accent6>
        <a:srgbClr val="FFFFFF"/>
      </a:accent6>
      <a:hlink>
        <a:srgbClr val="48A1FA"/>
      </a:hlink>
      <a:folHlink>
        <a:srgbClr val="C490AA"/>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A4簡報範本" id="{22394957-35A1-473B-B867-19B29BD822B2}" vid="{C9A1285E-6B57-41D3-AA11-27D14DF084A9}"/>
    </a:ext>
  </a:extLst>
</a:theme>
</file>

<file path=ppt/theme/theme2.xml><?xml version="1.0" encoding="utf-8"?>
<a:theme xmlns:a="http://schemas.openxmlformats.org/drawingml/2006/main" name="1_A4簡報範本">
  <a:themeElements>
    <a:clrScheme name="IISI">
      <a:dk1>
        <a:sysClr val="windowText" lastClr="000000"/>
      </a:dk1>
      <a:lt1>
        <a:sysClr val="window" lastClr="FFFFFF"/>
      </a:lt1>
      <a:dk2>
        <a:srgbClr val="44546A"/>
      </a:dk2>
      <a:lt2>
        <a:srgbClr val="E7E6E6"/>
      </a:lt2>
      <a:accent1>
        <a:srgbClr val="0070C0"/>
      </a:accent1>
      <a:accent2>
        <a:srgbClr val="E78A14"/>
      </a:accent2>
      <a:accent3>
        <a:srgbClr val="2E9E39"/>
      </a:accent3>
      <a:accent4>
        <a:srgbClr val="C00000"/>
      </a:accent4>
      <a:accent5>
        <a:srgbClr val="E7E6E6"/>
      </a:accent5>
      <a:accent6>
        <a:srgbClr val="FFFFFF"/>
      </a:accent6>
      <a:hlink>
        <a:srgbClr val="48A1FA"/>
      </a:hlink>
      <a:folHlink>
        <a:srgbClr val="C490AA"/>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dirty="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A4簡報範本" id="{22394957-35A1-473B-B867-19B29BD822B2}" vid="{C9A1285E-6B57-41D3-AA11-27D14DF084A9}"/>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文件" ma:contentTypeID="0x010100DAA4B3EF1C1EC54090190B80065697EC" ma:contentTypeVersion="10" ma:contentTypeDescription="建立新的文件。" ma:contentTypeScope="" ma:versionID="02611cd1d72b1ee4547ece771ee285a7">
  <xsd:schema xmlns:xsd="http://www.w3.org/2001/XMLSchema" xmlns:xs="http://www.w3.org/2001/XMLSchema" xmlns:p="http://schemas.microsoft.com/office/2006/metadata/properties" xmlns:ns2="87643090-462e-4483-8fee-104e11aaa7c6" xmlns:ns3="81fbc0a5-bf19-4add-b132-07e20741ab60" targetNamespace="http://schemas.microsoft.com/office/2006/metadata/properties" ma:root="true" ma:fieldsID="4c248109c89cd2e580f65c1df2dce72c" ns2:_="" ns3:_="">
    <xsd:import namespace="87643090-462e-4483-8fee-104e11aaa7c6"/>
    <xsd:import namespace="81fbc0a5-bf19-4add-b132-07e20741ab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643090-462e-4483-8fee-104e11aaa7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1fbc0a5-bf19-4add-b132-07e20741ab60" elementFormDefault="qualified">
    <xsd:import namespace="http://schemas.microsoft.com/office/2006/documentManagement/types"/>
    <xsd:import namespace="http://schemas.microsoft.com/office/infopath/2007/PartnerControls"/>
    <xsd:element name="SharedWithUsers" ma:index="16" nillable="true" ma:displayName="共用對象:"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共用詳細資料"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內容類型"/>
        <xsd:element ref="dc:title" minOccurs="0" maxOccurs="1" ma:index="4" ma:displayName="標題"/>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965D07A-2793-4BD5-AA48-99BE51F8A3D4}">
  <ds:schemaRefs>
    <ds:schemaRef ds:uri="http://schemas.openxmlformats.org/package/2006/metadata/core-properties"/>
    <ds:schemaRef ds:uri="87643090-462e-4483-8fee-104e11aaa7c6"/>
    <ds:schemaRef ds:uri="http://purl.org/dc/dcmitype/"/>
    <ds:schemaRef ds:uri="http://schemas.microsoft.com/office/infopath/2007/PartnerControls"/>
    <ds:schemaRef ds:uri="http://schemas.microsoft.com/office/2006/metadata/properties"/>
    <ds:schemaRef ds:uri="http://www.w3.org/XML/1998/namespace"/>
    <ds:schemaRef ds:uri="http://schemas.microsoft.com/office/2006/documentManagement/types"/>
    <ds:schemaRef ds:uri="http://purl.org/dc/elements/1.1/"/>
    <ds:schemaRef ds:uri="81fbc0a5-bf19-4add-b132-07e20741ab60"/>
    <ds:schemaRef ds:uri="http://purl.org/dc/terms/"/>
  </ds:schemaRefs>
</ds:datastoreItem>
</file>

<file path=customXml/itemProps2.xml><?xml version="1.0" encoding="utf-8"?>
<ds:datastoreItem xmlns:ds="http://schemas.openxmlformats.org/officeDocument/2006/customXml" ds:itemID="{F8FCD752-AA4C-4E57-BBA3-549F8C6CBD90}">
  <ds:schemaRefs>
    <ds:schemaRef ds:uri="http://schemas.microsoft.com/sharepoint/v3/contenttype/forms"/>
  </ds:schemaRefs>
</ds:datastoreItem>
</file>

<file path=customXml/itemProps3.xml><?xml version="1.0" encoding="utf-8"?>
<ds:datastoreItem xmlns:ds="http://schemas.openxmlformats.org/officeDocument/2006/customXml" ds:itemID="{BD101860-41BE-436A-B088-7CFC94784F6D}">
  <ds:schemaRefs>
    <ds:schemaRef ds:uri="http://schemas.microsoft.com/office/2006/metadata/contentType"/>
    <ds:schemaRef ds:uri="http://schemas.microsoft.com/office/2006/metadata/properties/metaAttributes"/>
    <ds:schemaRef ds:uri="http://www.w3.org/2000/xmlns/"/>
    <ds:schemaRef ds:uri="http://www.w3.org/2001/XMLSchema"/>
    <ds:schemaRef ds:uri="87643090-462e-4483-8fee-104e11aaa7c6"/>
    <ds:schemaRef ds:uri="81fbc0a5-bf19-4add-b132-07e20741ab60"/>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17965</TotalTime>
  <Words>1453</Words>
  <Application>Microsoft Office PowerPoint</Application>
  <PresentationFormat>A4 紙張 (210x297 公釐)</PresentationFormat>
  <Paragraphs>200</Paragraphs>
  <Slides>19</Slides>
  <Notes>13</Notes>
  <HiddenSlides>0</HiddenSlides>
  <MMClips>0</MMClips>
  <ScaleCrop>false</ScaleCrop>
  <HeadingPairs>
    <vt:vector size="6" baseType="variant">
      <vt:variant>
        <vt:lpstr>使用字型</vt:lpstr>
      </vt:variant>
      <vt:variant>
        <vt:i4>4</vt:i4>
      </vt:variant>
      <vt:variant>
        <vt:lpstr>佈景主題</vt:lpstr>
      </vt:variant>
      <vt:variant>
        <vt:i4>2</vt:i4>
      </vt:variant>
      <vt:variant>
        <vt:lpstr>投影片標題</vt:lpstr>
      </vt:variant>
      <vt:variant>
        <vt:i4>19</vt:i4>
      </vt:variant>
    </vt:vector>
  </HeadingPairs>
  <TitlesOfParts>
    <vt:vector size="25" baseType="lpstr">
      <vt:lpstr>微軟正黑體</vt:lpstr>
      <vt:lpstr>Arial</vt:lpstr>
      <vt:lpstr>Calibri</vt:lpstr>
      <vt:lpstr>Wingdings</vt:lpstr>
      <vt:lpstr>1_A4簡報範本</vt:lpstr>
      <vt:lpstr>1_A4簡報範本</vt:lpstr>
      <vt:lpstr>第三代醫療資訊系統建置案需求訪談</vt:lpstr>
      <vt:lpstr>大綱</vt:lpstr>
      <vt:lpstr>前次待辦事項確認</vt:lpstr>
      <vt:lpstr>待辦事項</vt:lpstr>
      <vt:lpstr>待辦事項</vt:lpstr>
      <vt:lpstr>本次會議內容</vt:lpstr>
      <vt:lpstr>功能範圍確認</vt:lpstr>
      <vt:lpstr>功能範圍確認</vt:lpstr>
      <vt:lpstr>功能範圍確認</vt:lpstr>
      <vt:lpstr>功能範圍確認</vt:lpstr>
      <vt:lpstr>功能範圍確認</vt:lpstr>
      <vt:lpstr>爬網(程式)優化討論</vt:lpstr>
      <vt:lpstr>爬網(程式)優化討論</vt:lpstr>
      <vt:lpstr>爬網(程式)優化討論</vt:lpstr>
      <vt:lpstr>爬網(程式)優化討論</vt:lpstr>
      <vt:lpstr>爬網(程式)優化討論</vt:lpstr>
      <vt:lpstr>其他議題或配合事項</vt:lpstr>
      <vt:lpstr>其他議題或配合事項</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林淑琪(Jennifer Lin)</dc:creator>
  <cp:lastModifiedBy>姚佐羣(Johnna.Yao)</cp:lastModifiedBy>
  <cp:revision>232</cp:revision>
  <dcterms:created xsi:type="dcterms:W3CDTF">2018-01-02T03:18:11Z</dcterms:created>
  <dcterms:modified xsi:type="dcterms:W3CDTF">2026-02-03T03:15:32Z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0x010100DAA4B3EF1C1EC54090190B80065697EC</vt:lpwstr>
  </property>
  <property fmtid="{D5CDD505-2E9C-101B-9397-08002B2CF9AE}" pid="3" name="LikesCount">
    <vt:i4>2</vt:i4>
  </property>
  <property fmtid="{D5CDD505-2E9C-101B-9397-08002B2CF9AE}" pid="4" name="RatedBy">
    <vt:lpwstr/>
  </property>
  <property fmtid="{D5CDD505-2E9C-101B-9397-08002B2CF9AE}" pid="5" name="LikedBy">
    <vt:lpwstr>28;#劉景華(Gwen Liu);#8;#i:0#.f|membership|1106018@iisigroup.com</vt:lpwstr>
  </property>
  <property fmtid="{D5CDD505-2E9C-101B-9397-08002B2CF9AE}" pid="6" name="MSIP_Label_755196ac-7daa-415d-ac3a-bda7dffaa0f9_Enabled">
    <vt:lpwstr>true</vt:lpwstr>
  </property>
  <property fmtid="{D5CDD505-2E9C-101B-9397-08002B2CF9AE}" pid="7" name="MSIP_Label_755196ac-7daa-415d-ac3a-bda7dffaa0f9_SetDate">
    <vt:lpwstr>2023-11-26T02:55:36Z</vt:lpwstr>
  </property>
  <property fmtid="{D5CDD505-2E9C-101B-9397-08002B2CF9AE}" pid="8" name="MSIP_Label_755196ac-7daa-415d-ac3a-bda7dffaa0f9_Method">
    <vt:lpwstr>Standard</vt:lpwstr>
  </property>
  <property fmtid="{D5CDD505-2E9C-101B-9397-08002B2CF9AE}" pid="9" name="MSIP_Label_755196ac-7daa-415d-ac3a-bda7dffaa0f9_Name">
    <vt:lpwstr>普通</vt:lpwstr>
  </property>
  <property fmtid="{D5CDD505-2E9C-101B-9397-08002B2CF9AE}" pid="10" name="MSIP_Label_755196ac-7daa-415d-ac3a-bda7dffaa0f9_SiteId">
    <vt:lpwstr>54aa2fea-ecb3-4c71-80b3-de9a356e77c1</vt:lpwstr>
  </property>
  <property fmtid="{D5CDD505-2E9C-101B-9397-08002B2CF9AE}" pid="11" name="MSIP_Label_755196ac-7daa-415d-ac3a-bda7dffaa0f9_ActionId">
    <vt:lpwstr>713ed7e0-ba29-4580-8d87-df4fad22409a</vt:lpwstr>
  </property>
  <property fmtid="{D5CDD505-2E9C-101B-9397-08002B2CF9AE}" pid="12" name="MSIP_Label_755196ac-7daa-415d-ac3a-bda7dffaa0f9_ContentBits">
    <vt:lpwstr>0</vt:lpwstr>
  </property>
</Properties>
</file>